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58" r:id="rId1"/>
  </p:sldMasterIdLst>
  <p:notesMasterIdLst>
    <p:notesMasterId r:id="rId17"/>
  </p:notesMasterIdLst>
  <p:sldIdLst>
    <p:sldId id="297" r:id="rId2"/>
    <p:sldId id="257" r:id="rId3"/>
    <p:sldId id="258" r:id="rId4"/>
    <p:sldId id="259" r:id="rId5"/>
    <p:sldId id="266" r:id="rId6"/>
    <p:sldId id="271" r:id="rId7"/>
    <p:sldId id="268" r:id="rId8"/>
    <p:sldId id="274" r:id="rId9"/>
    <p:sldId id="301" r:id="rId10"/>
    <p:sldId id="302" r:id="rId11"/>
    <p:sldId id="303" r:id="rId12"/>
    <p:sldId id="305" r:id="rId13"/>
    <p:sldId id="300" r:id="rId14"/>
    <p:sldId id="306" r:id="rId15"/>
    <p:sldId id="307" r:id="rId16"/>
  </p:sldIdLst>
  <p:sldSz cx="14630400" cy="8229600"/>
  <p:notesSz cx="8229600" cy="14630400"/>
  <p:embeddedFontLst>
    <p:embeddedFont>
      <p:font typeface="Alexandria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24350-B94C-4ECC-8E6D-A387B3F875A2}" v="151" dt="2026-09-27T05:48:48.422"/>
    <p1510:client id="{96CCDF31-9B90-456C-AE9A-CA0977C5D081}" v="21" dt="2026-09-26T16:03:31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tha S" userId="c4daa9e2cad29811" providerId="LiveId" clId="{59AC5A7D-2C3F-4640-BDD0-24E75072B714}"/>
    <pc:docChg chg="undo redo custSel modSld">
      <pc:chgData name="Bhavitha S" userId="c4daa9e2cad29811" providerId="LiveId" clId="{59AC5A7D-2C3F-4640-BDD0-24E75072B714}" dt="2026-09-27T05:48:48.422" v="784" actId="12269"/>
      <pc:docMkLst>
        <pc:docMk/>
      </pc:docMkLst>
      <pc:sldChg chg="addSp modSp mod">
        <pc:chgData name="Bhavitha S" userId="c4daa9e2cad29811" providerId="LiveId" clId="{59AC5A7D-2C3F-4640-BDD0-24E75072B714}" dt="2026-09-27T03:59:14.631" v="49" actId="115"/>
        <pc:sldMkLst>
          <pc:docMk/>
          <pc:sldMk cId="0" sldId="258"/>
        </pc:sldMkLst>
        <pc:spChg chg="add mod">
          <ac:chgData name="Bhavitha S" userId="c4daa9e2cad29811" providerId="LiveId" clId="{59AC5A7D-2C3F-4640-BDD0-24E75072B714}" dt="2026-09-27T03:59:14.631" v="49" actId="115"/>
          <ac:spMkLst>
            <pc:docMk/>
            <pc:sldMk cId="0" sldId="258"/>
            <ac:spMk id="2" creationId="{3295F486-F1E9-BE6A-5BD7-EE376DE72F5B}"/>
          </ac:spMkLst>
        </pc:spChg>
      </pc:sldChg>
      <pc:sldChg chg="addSp delSp modSp mod">
        <pc:chgData name="Bhavitha S" userId="c4daa9e2cad29811" providerId="LiveId" clId="{59AC5A7D-2C3F-4640-BDD0-24E75072B714}" dt="2026-09-27T04:17:41.919" v="116" actId="12269"/>
        <pc:sldMkLst>
          <pc:docMk/>
          <pc:sldMk cId="0" sldId="259"/>
        </pc:sldMkLst>
        <pc:spChg chg="add del mod">
          <ac:chgData name="Bhavitha S" userId="c4daa9e2cad29811" providerId="LiveId" clId="{59AC5A7D-2C3F-4640-BDD0-24E75072B714}" dt="2026-09-27T03:52:13.313" v="8"/>
          <ac:spMkLst>
            <pc:docMk/>
            <pc:sldMk cId="0" sldId="259"/>
            <ac:spMk id="2" creationId="{78FE2BEE-902D-CA7F-35CA-16A09A708E93}"/>
          </ac:spMkLst>
        </pc:spChg>
        <pc:spChg chg="add del mod">
          <ac:chgData name="Bhavitha S" userId="c4daa9e2cad29811" providerId="LiveId" clId="{59AC5A7D-2C3F-4640-BDD0-24E75072B714}" dt="2026-09-27T03:55:39.742" v="14"/>
          <ac:spMkLst>
            <pc:docMk/>
            <pc:sldMk cId="0" sldId="259"/>
            <ac:spMk id="3" creationId="{84A396BD-BDB2-0EAA-BA06-037C493EBBB3}"/>
          </ac:spMkLst>
        </pc:spChg>
        <pc:spChg chg="add mod">
          <ac:chgData name="Bhavitha S" userId="c4daa9e2cad29811" providerId="LiveId" clId="{59AC5A7D-2C3F-4640-BDD0-24E75072B714}" dt="2026-09-27T04:04:20.978" v="71" actId="1076"/>
          <ac:spMkLst>
            <pc:docMk/>
            <pc:sldMk cId="0" sldId="259"/>
            <ac:spMk id="4" creationId="{A96B60F3-8437-D1D4-CD22-353373EF89C6}"/>
          </ac:spMkLst>
        </pc:spChg>
        <pc:spChg chg="add mod">
          <ac:chgData name="Bhavitha S" userId="c4daa9e2cad29811" providerId="LiveId" clId="{59AC5A7D-2C3F-4640-BDD0-24E75072B714}" dt="2026-09-27T04:06:01.922" v="81" actId="20577"/>
          <ac:spMkLst>
            <pc:docMk/>
            <pc:sldMk cId="0" sldId="259"/>
            <ac:spMk id="5" creationId="{5CA98E60-4F1B-BB6F-A2F9-98C6C54464CC}"/>
          </ac:spMkLst>
        </pc:spChg>
        <pc:spChg chg="add del mod">
          <ac:chgData name="Bhavitha S" userId="c4daa9e2cad29811" providerId="LiveId" clId="{59AC5A7D-2C3F-4640-BDD0-24E75072B714}" dt="2026-09-27T04:07:18.742" v="86" actId="12084"/>
          <ac:spMkLst>
            <pc:docMk/>
            <pc:sldMk cId="0" sldId="259"/>
            <ac:spMk id="6" creationId="{69686521-798A-CDEC-21AC-4D9CF1322B0D}"/>
          </ac:spMkLst>
        </pc:spChg>
        <pc:spChg chg="add del mod">
          <ac:chgData name="Bhavitha S" userId="c4daa9e2cad29811" providerId="LiveId" clId="{59AC5A7D-2C3F-4640-BDD0-24E75072B714}" dt="2026-09-27T04:17:11.824" v="113" actId="12084"/>
          <ac:spMkLst>
            <pc:docMk/>
            <pc:sldMk cId="0" sldId="259"/>
            <ac:spMk id="12" creationId="{6396FCE2-BA38-6EE5-0993-8EDE51B99141}"/>
          </ac:spMkLst>
        </pc:spChg>
        <pc:graphicFrameChg chg="add del mod">
          <ac:chgData name="Bhavitha S" userId="c4daa9e2cad29811" providerId="LiveId" clId="{59AC5A7D-2C3F-4640-BDD0-24E75072B714}" dt="2026-09-27T04:15:53.244" v="108" actId="21"/>
          <ac:graphicFrameMkLst>
            <pc:docMk/>
            <pc:sldMk cId="0" sldId="259"/>
            <ac:graphicFrameMk id="8" creationId="{A3F34666-4DD8-484B-341C-95A54A178996}"/>
          </ac:graphicFrameMkLst>
        </pc:graphicFrameChg>
        <pc:graphicFrameChg chg="add del">
          <ac:chgData name="Bhavitha S" userId="c4daa9e2cad29811" providerId="LiveId" clId="{59AC5A7D-2C3F-4640-BDD0-24E75072B714}" dt="2026-09-27T04:15:58.898" v="110" actId="22"/>
          <ac:graphicFrameMkLst>
            <pc:docMk/>
            <pc:sldMk cId="0" sldId="259"/>
            <ac:graphicFrameMk id="10" creationId="{9D660A38-23F2-E0E5-E41C-E090D97745E2}"/>
          </ac:graphicFrameMkLst>
        </pc:graphicFrameChg>
        <pc:graphicFrameChg chg="add mod">
          <ac:chgData name="Bhavitha S" userId="c4daa9e2cad29811" providerId="LiveId" clId="{59AC5A7D-2C3F-4640-BDD0-24E75072B714}" dt="2026-09-27T04:17:41.919" v="116" actId="12269"/>
          <ac:graphicFrameMkLst>
            <pc:docMk/>
            <pc:sldMk cId="0" sldId="259"/>
            <ac:graphicFrameMk id="13" creationId="{031205D0-4771-6CB3-BB17-296A56E550D2}"/>
          </ac:graphicFrameMkLst>
        </pc:graphicFrameChg>
      </pc:sldChg>
      <pc:sldChg chg="addSp modSp mod">
        <pc:chgData name="Bhavitha S" userId="c4daa9e2cad29811" providerId="LiveId" clId="{59AC5A7D-2C3F-4640-BDD0-24E75072B714}" dt="2026-09-27T04:24:49.525" v="149" actId="947"/>
        <pc:sldMkLst>
          <pc:docMk/>
          <pc:sldMk cId="0" sldId="266"/>
        </pc:sldMkLst>
        <pc:spChg chg="add mod">
          <ac:chgData name="Bhavitha S" userId="c4daa9e2cad29811" providerId="LiveId" clId="{59AC5A7D-2C3F-4640-BDD0-24E75072B714}" dt="2026-09-27T04:24:49.525" v="149" actId="947"/>
          <ac:spMkLst>
            <pc:docMk/>
            <pc:sldMk cId="0" sldId="266"/>
            <ac:spMk id="2" creationId="{70F05123-D232-6D38-90DE-C694C11881BB}"/>
          </ac:spMkLst>
        </pc:spChg>
      </pc:sldChg>
      <pc:sldChg chg="addSp delSp modSp mod">
        <pc:chgData name="Bhavitha S" userId="c4daa9e2cad29811" providerId="LiveId" clId="{59AC5A7D-2C3F-4640-BDD0-24E75072B714}" dt="2026-09-27T04:47:57.954" v="280" actId="1076"/>
        <pc:sldMkLst>
          <pc:docMk/>
          <pc:sldMk cId="0" sldId="268"/>
        </pc:sldMkLst>
        <pc:spChg chg="mod">
          <ac:chgData name="Bhavitha S" userId="c4daa9e2cad29811" providerId="LiveId" clId="{59AC5A7D-2C3F-4640-BDD0-24E75072B714}" dt="2026-09-27T04:47:39.855" v="278" actId="1076"/>
          <ac:spMkLst>
            <pc:docMk/>
            <pc:sldMk cId="0" sldId="268"/>
            <ac:spMk id="2" creationId="{00000000-0000-0000-0000-000000000000}"/>
          </ac:spMkLst>
        </pc:spChg>
        <pc:spChg chg="add mod">
          <ac:chgData name="Bhavitha S" userId="c4daa9e2cad29811" providerId="LiveId" clId="{59AC5A7D-2C3F-4640-BDD0-24E75072B714}" dt="2026-09-27T04:47:49.833" v="279" actId="1076"/>
          <ac:spMkLst>
            <pc:docMk/>
            <pc:sldMk cId="0" sldId="268"/>
            <ac:spMk id="4" creationId="{4B33E4B4-EC39-BD75-9097-745AE7EC3CDE}"/>
          </ac:spMkLst>
        </pc:spChg>
        <pc:spChg chg="add del mod">
          <ac:chgData name="Bhavitha S" userId="c4daa9e2cad29811" providerId="LiveId" clId="{59AC5A7D-2C3F-4640-BDD0-24E75072B714}" dt="2026-09-27T04:34:37.060" v="218" actId="12084"/>
          <ac:spMkLst>
            <pc:docMk/>
            <pc:sldMk cId="0" sldId="268"/>
            <ac:spMk id="7" creationId="{139013CB-284B-5EC1-6568-D7BB3BB9243A}"/>
          </ac:spMkLst>
        </pc:spChg>
        <pc:spChg chg="add del mod">
          <ac:chgData name="Bhavitha S" userId="c4daa9e2cad29811" providerId="LiveId" clId="{59AC5A7D-2C3F-4640-BDD0-24E75072B714}" dt="2026-09-27T04:40:37.532" v="238" actId="12084"/>
          <ac:spMkLst>
            <pc:docMk/>
            <pc:sldMk cId="0" sldId="268"/>
            <ac:spMk id="13" creationId="{0C7B08F7-E0B5-FD25-9F27-BCAFB8F446DC}"/>
          </ac:spMkLst>
        </pc:spChg>
        <pc:graphicFrameChg chg="add mod">
          <ac:chgData name="Bhavitha S" userId="c4daa9e2cad29811" providerId="LiveId" clId="{59AC5A7D-2C3F-4640-BDD0-24E75072B714}" dt="2026-09-27T04:31:57.295" v="188" actId="11530"/>
          <ac:graphicFrameMkLst>
            <pc:docMk/>
            <pc:sldMk cId="0" sldId="268"/>
            <ac:graphicFrameMk id="8" creationId="{61D2CD5D-EA15-F352-82CE-E01DAD775F98}"/>
          </ac:graphicFrameMkLst>
        </pc:graphicFrameChg>
        <pc:graphicFrameChg chg="add del mod modGraphic">
          <ac:chgData name="Bhavitha S" userId="c4daa9e2cad29811" providerId="LiveId" clId="{59AC5A7D-2C3F-4640-BDD0-24E75072B714}" dt="2026-09-27T04:34:04.264" v="217" actId="1032"/>
          <ac:graphicFrameMkLst>
            <pc:docMk/>
            <pc:sldMk cId="0" sldId="268"/>
            <ac:graphicFrameMk id="11" creationId="{6773EA9B-478F-5D5F-D4BC-CB9079A4B1B4}"/>
          </ac:graphicFrameMkLst>
        </pc:graphicFrameChg>
        <pc:graphicFrameChg chg="add del mod modGraphic">
          <ac:chgData name="Bhavitha S" userId="c4daa9e2cad29811" providerId="LiveId" clId="{59AC5A7D-2C3F-4640-BDD0-24E75072B714}" dt="2026-09-27T04:42:03.293" v="241" actId="21"/>
          <ac:graphicFrameMkLst>
            <pc:docMk/>
            <pc:sldMk cId="0" sldId="268"/>
            <ac:graphicFrameMk id="12" creationId="{D7952A52-67AD-4195-75E5-B308A0C05FAB}"/>
          </ac:graphicFrameMkLst>
        </pc:graphicFrameChg>
        <pc:graphicFrameChg chg="add mod modGraphic">
          <ac:chgData name="Bhavitha S" userId="c4daa9e2cad29811" providerId="LiveId" clId="{59AC5A7D-2C3F-4640-BDD0-24E75072B714}" dt="2026-09-27T04:47:57.954" v="280" actId="1076"/>
          <ac:graphicFrameMkLst>
            <pc:docMk/>
            <pc:sldMk cId="0" sldId="268"/>
            <ac:graphicFrameMk id="14" creationId="{BA66F7ED-1465-4BFC-1107-620FC3E013DB}"/>
          </ac:graphicFrameMkLst>
        </pc:graphicFrameChg>
      </pc:sldChg>
      <pc:sldChg chg="addSp modSp mod">
        <pc:chgData name="Bhavitha S" userId="c4daa9e2cad29811" providerId="LiveId" clId="{59AC5A7D-2C3F-4640-BDD0-24E75072B714}" dt="2026-09-27T04:27:31.196" v="166" actId="1076"/>
        <pc:sldMkLst>
          <pc:docMk/>
          <pc:sldMk cId="0" sldId="271"/>
        </pc:sldMkLst>
        <pc:spChg chg="mod">
          <ac:chgData name="Bhavitha S" userId="c4daa9e2cad29811" providerId="LiveId" clId="{59AC5A7D-2C3F-4640-BDD0-24E75072B714}" dt="2026-09-27T04:27:31.196" v="166" actId="1076"/>
          <ac:spMkLst>
            <pc:docMk/>
            <pc:sldMk cId="0" sldId="271"/>
            <ac:spMk id="2" creationId="{B518EAC8-8C77-FAE0-8DCE-70BE3FD0A9BD}"/>
          </ac:spMkLst>
        </pc:spChg>
        <pc:spChg chg="add mod">
          <ac:chgData name="Bhavitha S" userId="c4daa9e2cad29811" providerId="LiveId" clId="{59AC5A7D-2C3F-4640-BDD0-24E75072B714}" dt="2026-09-27T04:26:55.746" v="163" actId="1076"/>
          <ac:spMkLst>
            <pc:docMk/>
            <pc:sldMk cId="0" sldId="271"/>
            <ac:spMk id="6" creationId="{27E2BD24-D384-0180-F335-4F6658FC5D02}"/>
          </ac:spMkLst>
        </pc:spChg>
      </pc:sldChg>
      <pc:sldChg chg="addSp delSp modSp mod">
        <pc:chgData name="Bhavitha S" userId="c4daa9e2cad29811" providerId="LiveId" clId="{59AC5A7D-2C3F-4640-BDD0-24E75072B714}" dt="2026-09-27T05:01:51.879" v="342" actId="21"/>
        <pc:sldMkLst>
          <pc:docMk/>
          <pc:sldMk cId="1554513561" sldId="274"/>
        </pc:sldMkLst>
        <pc:spChg chg="add mod">
          <ac:chgData name="Bhavitha S" userId="c4daa9e2cad29811" providerId="LiveId" clId="{59AC5A7D-2C3F-4640-BDD0-24E75072B714}" dt="2026-09-27T04:55:07.823" v="302" actId="14100"/>
          <ac:spMkLst>
            <pc:docMk/>
            <pc:sldMk cId="1554513561" sldId="274"/>
            <ac:spMk id="3" creationId="{1E139E93-6F32-B629-0A61-FD16E9729375}"/>
          </ac:spMkLst>
        </pc:spChg>
        <pc:spChg chg="add del mod">
          <ac:chgData name="Bhavitha S" userId="c4daa9e2cad29811" providerId="LiveId" clId="{59AC5A7D-2C3F-4640-BDD0-24E75072B714}" dt="2026-09-27T04:56:34.595" v="318"/>
          <ac:spMkLst>
            <pc:docMk/>
            <pc:sldMk cId="1554513561" sldId="274"/>
            <ac:spMk id="5" creationId="{11E349A8-20E4-57F3-9D65-109FE7FA6A6E}"/>
          </ac:spMkLst>
        </pc:spChg>
        <pc:spChg chg="add del mod">
          <ac:chgData name="Bhavitha S" userId="c4daa9e2cad29811" providerId="LiveId" clId="{59AC5A7D-2C3F-4640-BDD0-24E75072B714}" dt="2026-09-27T04:57:39.515" v="321" actId="12084"/>
          <ac:spMkLst>
            <pc:docMk/>
            <pc:sldMk cId="1554513561" sldId="274"/>
            <ac:spMk id="8" creationId="{24477848-2855-C69F-2D50-502B1327CDBA}"/>
          </ac:spMkLst>
        </pc:spChg>
        <pc:graphicFrameChg chg="add del mod">
          <ac:chgData name="Bhavitha S" userId="c4daa9e2cad29811" providerId="LiveId" clId="{59AC5A7D-2C3F-4640-BDD0-24E75072B714}" dt="2026-09-27T05:01:51.879" v="342" actId="21"/>
          <ac:graphicFrameMkLst>
            <pc:docMk/>
            <pc:sldMk cId="1554513561" sldId="274"/>
            <ac:graphicFrameMk id="9" creationId="{8114F624-53CA-1DC2-5DD9-643D46D5F083}"/>
          </ac:graphicFrameMkLst>
        </pc:graphicFrameChg>
      </pc:sldChg>
      <pc:sldChg chg="addSp delSp modSp mod">
        <pc:chgData name="Bhavitha S" userId="c4daa9e2cad29811" providerId="LiveId" clId="{59AC5A7D-2C3F-4640-BDD0-24E75072B714}" dt="2026-09-27T05:48:48.422" v="784" actId="12269"/>
        <pc:sldMkLst>
          <pc:docMk/>
          <pc:sldMk cId="936524495" sldId="300"/>
        </pc:sldMkLst>
        <pc:spChg chg="add del">
          <ac:chgData name="Bhavitha S" userId="c4daa9e2cad29811" providerId="LiveId" clId="{59AC5A7D-2C3F-4640-BDD0-24E75072B714}" dt="2026-09-27T05:22:12.859" v="492" actId="22"/>
          <ac:spMkLst>
            <pc:docMk/>
            <pc:sldMk cId="936524495" sldId="300"/>
            <ac:spMk id="3" creationId="{AC1067E2-AA7B-36D1-1A6C-E245E8F3C6D9}"/>
          </ac:spMkLst>
        </pc:spChg>
        <pc:spChg chg="add del">
          <ac:chgData name="Bhavitha S" userId="c4daa9e2cad29811" providerId="LiveId" clId="{59AC5A7D-2C3F-4640-BDD0-24E75072B714}" dt="2026-09-27T05:23:21.649" v="494" actId="12084"/>
          <ac:spMkLst>
            <pc:docMk/>
            <pc:sldMk cId="936524495" sldId="300"/>
            <ac:spMk id="7" creationId="{DD70EF1C-6667-2ECD-3627-A49C768253DA}"/>
          </ac:spMkLst>
        </pc:spChg>
        <pc:spChg chg="add mod">
          <ac:chgData name="Bhavitha S" userId="c4daa9e2cad29811" providerId="LiveId" clId="{59AC5A7D-2C3F-4640-BDD0-24E75072B714}" dt="2026-09-27T05:43:45.722" v="770" actId="2710"/>
          <ac:spMkLst>
            <pc:docMk/>
            <pc:sldMk cId="936524495" sldId="300"/>
            <ac:spMk id="10" creationId="{1DC139EE-7762-F317-9F57-9AEA136E8E57}"/>
          </ac:spMkLst>
        </pc:spChg>
        <pc:spChg chg="add del mod">
          <ac:chgData name="Bhavitha S" userId="c4daa9e2cad29811" providerId="LiveId" clId="{59AC5A7D-2C3F-4640-BDD0-24E75072B714}" dt="2026-09-27T05:44:49.194" v="773" actId="12084"/>
          <ac:spMkLst>
            <pc:docMk/>
            <pc:sldMk cId="936524495" sldId="300"/>
            <ac:spMk id="12" creationId="{B69CAFED-1025-DB1E-2EDB-579ABA2755B7}"/>
          </ac:spMkLst>
        </pc:spChg>
        <pc:spChg chg="add mod">
          <ac:chgData name="Bhavitha S" userId="c4daa9e2cad29811" providerId="LiveId" clId="{59AC5A7D-2C3F-4640-BDD0-24E75072B714}" dt="2026-09-27T05:45:14.948" v="777" actId="1076"/>
          <ac:spMkLst>
            <pc:docMk/>
            <pc:sldMk cId="936524495" sldId="300"/>
            <ac:spMk id="14" creationId="{3571798F-FE49-A4CF-F881-047EF461CFBF}"/>
          </ac:spMkLst>
        </pc:spChg>
        <pc:graphicFrameChg chg="add del mod modGraphic">
          <ac:chgData name="Bhavitha S" userId="c4daa9e2cad29811" providerId="LiveId" clId="{59AC5A7D-2C3F-4640-BDD0-24E75072B714}" dt="2026-09-27T05:39:48.699" v="753" actId="21"/>
          <ac:graphicFrameMkLst>
            <pc:docMk/>
            <pc:sldMk cId="936524495" sldId="300"/>
            <ac:graphicFrameMk id="8" creationId="{0A193FFC-ACF7-7A11-F9DC-03719D1AD8AD}"/>
          </ac:graphicFrameMkLst>
        </pc:graphicFrameChg>
        <pc:graphicFrameChg chg="add mod">
          <ac:chgData name="Bhavitha S" userId="c4daa9e2cad29811" providerId="LiveId" clId="{59AC5A7D-2C3F-4640-BDD0-24E75072B714}" dt="2026-09-27T05:48:48.422" v="784" actId="12269"/>
          <ac:graphicFrameMkLst>
            <pc:docMk/>
            <pc:sldMk cId="936524495" sldId="300"/>
            <ac:graphicFrameMk id="15" creationId="{71577DB3-EB8B-E73A-00AB-210DE7957206}"/>
          </ac:graphicFrameMkLst>
        </pc:graphicFrameChg>
      </pc:sldChg>
      <pc:sldChg chg="addSp modSp mod">
        <pc:chgData name="Bhavitha S" userId="c4daa9e2cad29811" providerId="LiveId" clId="{59AC5A7D-2C3F-4640-BDD0-24E75072B714}" dt="2026-09-27T05:09:05.138" v="410" actId="1076"/>
        <pc:sldMkLst>
          <pc:docMk/>
          <pc:sldMk cId="1797984405" sldId="301"/>
        </pc:sldMkLst>
        <pc:spChg chg="add mod">
          <ac:chgData name="Bhavitha S" userId="c4daa9e2cad29811" providerId="LiveId" clId="{59AC5A7D-2C3F-4640-BDD0-24E75072B714}" dt="2026-09-27T05:03:55.620" v="367" actId="1076"/>
          <ac:spMkLst>
            <pc:docMk/>
            <pc:sldMk cId="1797984405" sldId="301"/>
            <ac:spMk id="5" creationId="{E0415DD9-DFBC-F944-E6E2-A712FAEC1D0F}"/>
          </ac:spMkLst>
        </pc:spChg>
        <pc:spChg chg="add mod">
          <ac:chgData name="Bhavitha S" userId="c4daa9e2cad29811" providerId="LiveId" clId="{59AC5A7D-2C3F-4640-BDD0-24E75072B714}" dt="2026-09-27T05:09:05.138" v="410" actId="1076"/>
          <ac:spMkLst>
            <pc:docMk/>
            <pc:sldMk cId="1797984405" sldId="301"/>
            <ac:spMk id="8" creationId="{1BBA0E3C-6713-4440-F4B0-F01C47B05484}"/>
          </ac:spMkLst>
        </pc:spChg>
        <pc:graphicFrameChg chg="add mod modGraphic">
          <ac:chgData name="Bhavitha S" userId="c4daa9e2cad29811" providerId="LiveId" clId="{59AC5A7D-2C3F-4640-BDD0-24E75072B714}" dt="2026-09-27T05:08:58.323" v="409" actId="1076"/>
          <ac:graphicFrameMkLst>
            <pc:docMk/>
            <pc:sldMk cId="1797984405" sldId="301"/>
            <ac:graphicFrameMk id="6" creationId="{EA64F40D-570A-EA73-0359-F1734CE8C6A6}"/>
          </ac:graphicFrameMkLst>
        </pc:graphicFrameChg>
      </pc:sldChg>
      <pc:sldChg chg="addSp modSp mod">
        <pc:chgData name="Bhavitha S" userId="c4daa9e2cad29811" providerId="LiveId" clId="{59AC5A7D-2C3F-4640-BDD0-24E75072B714}" dt="2026-09-27T05:14:32.071" v="455" actId="1076"/>
        <pc:sldMkLst>
          <pc:docMk/>
          <pc:sldMk cId="100461774" sldId="302"/>
        </pc:sldMkLst>
        <pc:spChg chg="mod">
          <ac:chgData name="Bhavitha S" userId="c4daa9e2cad29811" providerId="LiveId" clId="{59AC5A7D-2C3F-4640-BDD0-24E75072B714}" dt="2026-09-27T05:14:05.206" v="449" actId="1076"/>
          <ac:spMkLst>
            <pc:docMk/>
            <pc:sldMk cId="100461774" sldId="302"/>
            <ac:spMk id="3" creationId="{34265038-B97E-54A2-672F-A35A804AA7E0}"/>
          </ac:spMkLst>
        </pc:spChg>
        <pc:spChg chg="add mod">
          <ac:chgData name="Bhavitha S" userId="c4daa9e2cad29811" providerId="LiveId" clId="{59AC5A7D-2C3F-4640-BDD0-24E75072B714}" dt="2026-09-27T05:14:32.071" v="455" actId="1076"/>
          <ac:spMkLst>
            <pc:docMk/>
            <pc:sldMk cId="100461774" sldId="302"/>
            <ac:spMk id="5" creationId="{FE1483D2-FF18-0D99-71B8-4F3C1710C299}"/>
          </ac:spMkLst>
        </pc:spChg>
        <pc:spChg chg="add mod">
          <ac:chgData name="Bhavitha S" userId="c4daa9e2cad29811" providerId="LiveId" clId="{59AC5A7D-2C3F-4640-BDD0-24E75072B714}" dt="2026-09-27T05:14:27.502" v="454" actId="1076"/>
          <ac:spMkLst>
            <pc:docMk/>
            <pc:sldMk cId="100461774" sldId="302"/>
            <ac:spMk id="7" creationId="{EAB6B9BB-DCA4-95EF-29F5-4427084C27B4}"/>
          </ac:spMkLst>
        </pc:spChg>
        <pc:spChg chg="add mod">
          <ac:chgData name="Bhavitha S" userId="c4daa9e2cad29811" providerId="LiveId" clId="{59AC5A7D-2C3F-4640-BDD0-24E75072B714}" dt="2026-09-27T05:13:53.518" v="447" actId="2710"/>
          <ac:spMkLst>
            <pc:docMk/>
            <pc:sldMk cId="100461774" sldId="302"/>
            <ac:spMk id="9" creationId="{1629E7B2-217C-93FE-66A5-B12B01228D83}"/>
          </ac:spMkLst>
        </pc:spChg>
      </pc:sldChg>
      <pc:sldChg chg="addSp modSp mod">
        <pc:chgData name="Bhavitha S" userId="c4daa9e2cad29811" providerId="LiveId" clId="{59AC5A7D-2C3F-4640-BDD0-24E75072B714}" dt="2026-09-27T05:18:19.893" v="468" actId="14100"/>
        <pc:sldMkLst>
          <pc:docMk/>
          <pc:sldMk cId="3896705034" sldId="303"/>
        </pc:sldMkLst>
        <pc:spChg chg="add mod">
          <ac:chgData name="Bhavitha S" userId="c4daa9e2cad29811" providerId="LiveId" clId="{59AC5A7D-2C3F-4640-BDD0-24E75072B714}" dt="2026-09-27T05:18:19.893" v="468" actId="14100"/>
          <ac:spMkLst>
            <pc:docMk/>
            <pc:sldMk cId="3896705034" sldId="303"/>
            <ac:spMk id="5" creationId="{5CF2EBC1-086A-6CF4-D283-C19670930E77}"/>
          </ac:spMkLst>
        </pc:spChg>
      </pc:sldChg>
      <pc:sldChg chg="addSp modSp mod">
        <pc:chgData name="Bhavitha S" userId="c4daa9e2cad29811" providerId="LiveId" clId="{59AC5A7D-2C3F-4640-BDD0-24E75072B714}" dt="2026-09-27T05:20:56.898" v="490" actId="113"/>
        <pc:sldMkLst>
          <pc:docMk/>
          <pc:sldMk cId="3744099379" sldId="305"/>
        </pc:sldMkLst>
        <pc:spChg chg="add mod">
          <ac:chgData name="Bhavitha S" userId="c4daa9e2cad29811" providerId="LiveId" clId="{59AC5A7D-2C3F-4640-BDD0-24E75072B714}" dt="2026-09-27T05:20:56.898" v="490" actId="113"/>
          <ac:spMkLst>
            <pc:docMk/>
            <pc:sldMk cId="3744099379" sldId="305"/>
            <ac:spMk id="5" creationId="{E60FF41B-167B-1C16-C7A2-68BC9EB06178}"/>
          </ac:spMkLst>
        </pc:spChg>
      </pc:sldChg>
      <pc:sldChg chg="addSp modSp mod">
        <pc:chgData name="Bhavitha S" userId="c4daa9e2cad29811" providerId="LiveId" clId="{59AC5A7D-2C3F-4640-BDD0-24E75072B714}" dt="2026-09-27T05:28:24.236" v="536" actId="255"/>
        <pc:sldMkLst>
          <pc:docMk/>
          <pc:sldMk cId="3966603943" sldId="306"/>
        </pc:sldMkLst>
        <pc:spChg chg="add mod">
          <ac:chgData name="Bhavitha S" userId="c4daa9e2cad29811" providerId="LiveId" clId="{59AC5A7D-2C3F-4640-BDD0-24E75072B714}" dt="2026-09-27T05:28:24.236" v="536" actId="255"/>
          <ac:spMkLst>
            <pc:docMk/>
            <pc:sldMk cId="3966603943" sldId="306"/>
            <ac:spMk id="3" creationId="{3E878EBC-A915-965D-E517-75F297FA0FB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83D74-9B8A-4944-841F-C0B1CC2DE2E9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FEC2FD0-56D1-49BE-8C72-AE293959768A}">
      <dgm:prSet/>
      <dgm:spPr/>
      <dgm:t>
        <a:bodyPr/>
        <a:lstStyle/>
        <a:p>
          <a:r>
            <a:rPr lang="en-IN" b="1"/>
            <a:t>Our Approach</a:t>
          </a:r>
          <a:endParaRPr lang="en-IN"/>
        </a:p>
      </dgm:t>
    </dgm:pt>
    <dgm:pt modelId="{A744ADE0-1295-4F71-90B2-464D770052A2}" type="parTrans" cxnId="{5212DFD8-8DAE-4FAF-9112-F4AEF89BEBFA}">
      <dgm:prSet/>
      <dgm:spPr/>
      <dgm:t>
        <a:bodyPr/>
        <a:lstStyle/>
        <a:p>
          <a:endParaRPr lang="en-IN"/>
        </a:p>
      </dgm:t>
    </dgm:pt>
    <dgm:pt modelId="{403EDC4D-863B-4E7F-B175-11EDF79729C1}" type="sibTrans" cxnId="{5212DFD8-8DAE-4FAF-9112-F4AEF89BEBFA}">
      <dgm:prSet/>
      <dgm:spPr/>
      <dgm:t>
        <a:bodyPr/>
        <a:lstStyle/>
        <a:p>
          <a:endParaRPr lang="en-IN"/>
        </a:p>
      </dgm:t>
    </dgm:pt>
    <dgm:pt modelId="{D4DDD9AF-FD90-4A6B-9A5A-B5501FA70CFF}">
      <dgm:prSet/>
      <dgm:spPr/>
      <dgm:t>
        <a:bodyPr/>
        <a:lstStyle/>
        <a:p>
          <a:r>
            <a:rPr lang="en-IN" b="1" dirty="0"/>
            <a:t>Raw Data → Clean Data → Explore → Analyse → Visualize → Interpret</a:t>
          </a:r>
          <a:endParaRPr lang="en-IN" dirty="0"/>
        </a:p>
      </dgm:t>
    </dgm:pt>
    <dgm:pt modelId="{808834B6-002B-477B-B343-FF080D057F34}" type="parTrans" cxnId="{DF26CF46-BF4F-4A0D-A188-3777FA0FD3E1}">
      <dgm:prSet/>
      <dgm:spPr/>
      <dgm:t>
        <a:bodyPr/>
        <a:lstStyle/>
        <a:p>
          <a:endParaRPr lang="en-IN"/>
        </a:p>
      </dgm:t>
    </dgm:pt>
    <dgm:pt modelId="{0F80A0C6-5B30-47DF-A563-5C03C3B5C6BD}" type="sibTrans" cxnId="{DF26CF46-BF4F-4A0D-A188-3777FA0FD3E1}">
      <dgm:prSet/>
      <dgm:spPr/>
      <dgm:t>
        <a:bodyPr/>
        <a:lstStyle/>
        <a:p>
          <a:endParaRPr lang="en-IN"/>
        </a:p>
      </dgm:t>
    </dgm:pt>
    <dgm:pt modelId="{16F76B94-D61E-4ED7-9ECD-D01925AE6CC5}" type="pres">
      <dgm:prSet presAssocID="{C4883D74-9B8A-4944-841F-C0B1CC2DE2E9}" presName="Name0" presStyleCnt="0">
        <dgm:presLayoutVars>
          <dgm:dir/>
          <dgm:resizeHandles val="exact"/>
        </dgm:presLayoutVars>
      </dgm:prSet>
      <dgm:spPr/>
    </dgm:pt>
    <dgm:pt modelId="{60630168-B587-4D47-9E76-0C03DCECA51B}" type="pres">
      <dgm:prSet presAssocID="{7FEC2FD0-56D1-49BE-8C72-AE293959768A}" presName="node" presStyleLbl="node1" presStyleIdx="0" presStyleCnt="2">
        <dgm:presLayoutVars>
          <dgm:bulletEnabled val="1"/>
        </dgm:presLayoutVars>
      </dgm:prSet>
      <dgm:spPr/>
    </dgm:pt>
    <dgm:pt modelId="{19B533D3-EBCD-4E14-95F3-F70C50F1D353}" type="pres">
      <dgm:prSet presAssocID="{403EDC4D-863B-4E7F-B175-11EDF79729C1}" presName="sibTrans" presStyleLbl="sibTrans2D1" presStyleIdx="0" presStyleCnt="1"/>
      <dgm:spPr/>
    </dgm:pt>
    <dgm:pt modelId="{9E46BFFF-F1DA-4111-9A8B-0610BE6765EF}" type="pres">
      <dgm:prSet presAssocID="{403EDC4D-863B-4E7F-B175-11EDF79729C1}" presName="connectorText" presStyleLbl="sibTrans2D1" presStyleIdx="0" presStyleCnt="1"/>
      <dgm:spPr/>
    </dgm:pt>
    <dgm:pt modelId="{A090E3F4-0C8F-473F-9A47-10144F000E67}" type="pres">
      <dgm:prSet presAssocID="{D4DDD9AF-FD90-4A6B-9A5A-B5501FA70CFF}" presName="node" presStyleLbl="node1" presStyleIdx="1" presStyleCnt="2">
        <dgm:presLayoutVars>
          <dgm:bulletEnabled val="1"/>
        </dgm:presLayoutVars>
      </dgm:prSet>
      <dgm:spPr/>
    </dgm:pt>
  </dgm:ptLst>
  <dgm:cxnLst>
    <dgm:cxn modelId="{DF26CF46-BF4F-4A0D-A188-3777FA0FD3E1}" srcId="{C4883D74-9B8A-4944-841F-C0B1CC2DE2E9}" destId="{D4DDD9AF-FD90-4A6B-9A5A-B5501FA70CFF}" srcOrd="1" destOrd="0" parTransId="{808834B6-002B-477B-B343-FF080D057F34}" sibTransId="{0F80A0C6-5B30-47DF-A563-5C03C3B5C6BD}"/>
    <dgm:cxn modelId="{3C5B084E-F9F4-4BA3-AD73-1444193BF19A}" type="presOf" srcId="{403EDC4D-863B-4E7F-B175-11EDF79729C1}" destId="{9E46BFFF-F1DA-4111-9A8B-0610BE6765EF}" srcOrd="1" destOrd="0" presId="urn:microsoft.com/office/officeart/2005/8/layout/process1"/>
    <dgm:cxn modelId="{DB7EE84E-F7AE-457A-B477-AE712D6C81FC}" type="presOf" srcId="{7FEC2FD0-56D1-49BE-8C72-AE293959768A}" destId="{60630168-B587-4D47-9E76-0C03DCECA51B}" srcOrd="0" destOrd="0" presId="urn:microsoft.com/office/officeart/2005/8/layout/process1"/>
    <dgm:cxn modelId="{DE0916A0-4CA5-4AAC-B070-163168A93065}" type="presOf" srcId="{403EDC4D-863B-4E7F-B175-11EDF79729C1}" destId="{19B533D3-EBCD-4E14-95F3-F70C50F1D353}" srcOrd="0" destOrd="0" presId="urn:microsoft.com/office/officeart/2005/8/layout/process1"/>
    <dgm:cxn modelId="{26263EAA-06AF-42A1-83DE-6BD20FC8C602}" type="presOf" srcId="{C4883D74-9B8A-4944-841F-C0B1CC2DE2E9}" destId="{16F76B94-D61E-4ED7-9ECD-D01925AE6CC5}" srcOrd="0" destOrd="0" presId="urn:microsoft.com/office/officeart/2005/8/layout/process1"/>
    <dgm:cxn modelId="{0E9D68BC-17AD-45C5-B786-48F29FA2AF5F}" type="presOf" srcId="{D4DDD9AF-FD90-4A6B-9A5A-B5501FA70CFF}" destId="{A090E3F4-0C8F-473F-9A47-10144F000E67}" srcOrd="0" destOrd="0" presId="urn:microsoft.com/office/officeart/2005/8/layout/process1"/>
    <dgm:cxn modelId="{5212DFD8-8DAE-4FAF-9112-F4AEF89BEBFA}" srcId="{C4883D74-9B8A-4944-841F-C0B1CC2DE2E9}" destId="{7FEC2FD0-56D1-49BE-8C72-AE293959768A}" srcOrd="0" destOrd="0" parTransId="{A744ADE0-1295-4F71-90B2-464D770052A2}" sibTransId="{403EDC4D-863B-4E7F-B175-11EDF79729C1}"/>
    <dgm:cxn modelId="{A9BC819D-7DD4-47D4-85F3-8C66D5CD4540}" type="presParOf" srcId="{16F76B94-D61E-4ED7-9ECD-D01925AE6CC5}" destId="{60630168-B587-4D47-9E76-0C03DCECA51B}" srcOrd="0" destOrd="0" presId="urn:microsoft.com/office/officeart/2005/8/layout/process1"/>
    <dgm:cxn modelId="{8C22FDD4-E460-4A36-B267-A0A0999EE2DB}" type="presParOf" srcId="{16F76B94-D61E-4ED7-9ECD-D01925AE6CC5}" destId="{19B533D3-EBCD-4E14-95F3-F70C50F1D353}" srcOrd="1" destOrd="0" presId="urn:microsoft.com/office/officeart/2005/8/layout/process1"/>
    <dgm:cxn modelId="{DFE9F74F-4C27-466C-85A1-D269BAF46F45}" type="presParOf" srcId="{19B533D3-EBCD-4E14-95F3-F70C50F1D353}" destId="{9E46BFFF-F1DA-4111-9A8B-0610BE6765EF}" srcOrd="0" destOrd="0" presId="urn:microsoft.com/office/officeart/2005/8/layout/process1"/>
    <dgm:cxn modelId="{405634AC-324E-45F6-BB59-3C083AE44961}" type="presParOf" srcId="{16F76B94-D61E-4ED7-9ECD-D01925AE6CC5}" destId="{A090E3F4-0C8F-473F-9A47-10144F000E6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22304E-792A-4385-82C1-936299118C55}" type="doc">
      <dgm:prSet loTypeId="urn:microsoft.com/office/officeart/2026/layout/SmallDotsVertical" loCatId="timelin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AEE47DA-2D15-4DF0-B21B-CB21C12F9E41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800" dirty="0"/>
            <a:t>Dataset</a:t>
          </a:r>
        </a:p>
      </dgm:t>
    </dgm:pt>
    <dgm:pt modelId="{07299239-A6BD-47A0-8E1E-7D42E59E5668}" type="parTrans" cxnId="{BE59FAA3-CA02-4B36-A6A3-7A93CC514436}">
      <dgm:prSet/>
      <dgm:spPr/>
      <dgm:t>
        <a:bodyPr/>
        <a:lstStyle/>
        <a:p>
          <a:endParaRPr lang="en-IN"/>
        </a:p>
      </dgm:t>
    </dgm:pt>
    <dgm:pt modelId="{D934F58D-1411-4A33-8314-E8E8EA1D1138}" type="sibTrans" cxnId="{BE59FAA3-CA02-4B36-A6A3-7A93CC514436}">
      <dgm:prSet phldrT="1" phldr="0"/>
      <dgm:spPr/>
    </dgm:pt>
    <dgm:pt modelId="{8C8E8742-C59D-4EA0-88EA-FAF1201A308F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45711477-4D00-4AFA-8063-C4B78DA97072}" type="parTrans" cxnId="{01622559-B89F-4181-94ED-958271C57674}">
      <dgm:prSet/>
      <dgm:spPr/>
      <dgm:t>
        <a:bodyPr/>
        <a:lstStyle/>
        <a:p>
          <a:endParaRPr lang="en-IN"/>
        </a:p>
      </dgm:t>
    </dgm:pt>
    <dgm:pt modelId="{94728E4F-E20C-431D-B8DB-1F9E8E82D505}" type="sibTrans" cxnId="{01622559-B89F-4181-94ED-958271C57674}">
      <dgm:prSet phldrT="2" phldr="0"/>
      <dgm:spPr/>
    </dgm:pt>
    <dgm:pt modelId="{F7F2F72F-1136-4102-9881-E28E1907572E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dirty="0"/>
            <a:t>Data Cleaning</a:t>
          </a:r>
        </a:p>
      </dgm:t>
    </dgm:pt>
    <dgm:pt modelId="{4E4BA10D-3089-4920-BAD7-8E99F319BAE5}" type="parTrans" cxnId="{F47A3991-53C7-4842-A98E-F81C57EDB0CB}">
      <dgm:prSet/>
      <dgm:spPr/>
      <dgm:t>
        <a:bodyPr/>
        <a:lstStyle/>
        <a:p>
          <a:endParaRPr lang="en-IN"/>
        </a:p>
      </dgm:t>
    </dgm:pt>
    <dgm:pt modelId="{894BCF88-8D9C-43EC-AC98-B2D62A6626C1}" type="sibTrans" cxnId="{F47A3991-53C7-4842-A98E-F81C57EDB0CB}">
      <dgm:prSet phldrT="3" phldr="0"/>
      <dgm:spPr/>
    </dgm:pt>
    <dgm:pt modelId="{B75E34D8-2682-4561-B229-B3109D697819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dirty="0"/>
            <a:t>↓</a:t>
          </a:r>
        </a:p>
      </dgm:t>
    </dgm:pt>
    <dgm:pt modelId="{D6AAE95E-0AB6-4C22-984C-967F1754113F}" type="parTrans" cxnId="{BAEF0123-B08B-4556-89F5-F4FC4406E14D}">
      <dgm:prSet/>
      <dgm:spPr/>
      <dgm:t>
        <a:bodyPr/>
        <a:lstStyle/>
        <a:p>
          <a:endParaRPr lang="en-IN"/>
        </a:p>
      </dgm:t>
    </dgm:pt>
    <dgm:pt modelId="{2060B8DE-7744-481F-BD24-24B823062851}" type="sibTrans" cxnId="{BAEF0123-B08B-4556-89F5-F4FC4406E14D}">
      <dgm:prSet phldrT="4" phldr="0"/>
      <dgm:spPr/>
    </dgm:pt>
    <dgm:pt modelId="{937BCF0E-F91B-447D-B244-B669F0B7FB72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EDA</a:t>
          </a:r>
        </a:p>
      </dgm:t>
    </dgm:pt>
    <dgm:pt modelId="{594C94F8-B093-489D-8AAE-9A320476F62E}" type="parTrans" cxnId="{7DA03138-8D76-4D01-B996-4E1AA6AEB9CA}">
      <dgm:prSet/>
      <dgm:spPr/>
      <dgm:t>
        <a:bodyPr/>
        <a:lstStyle/>
        <a:p>
          <a:endParaRPr lang="en-IN"/>
        </a:p>
      </dgm:t>
    </dgm:pt>
    <dgm:pt modelId="{6EB8D3A6-08FC-4D2B-AF18-AC34F056096C}" type="sibTrans" cxnId="{7DA03138-8D76-4D01-B996-4E1AA6AEB9CA}">
      <dgm:prSet phldrT="5" phldr="0"/>
      <dgm:spPr/>
    </dgm:pt>
    <dgm:pt modelId="{B9AE45D3-72F0-4AF5-95B1-9A796EFFCCE5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A7E75EAE-6CB2-4B37-A6F4-5F3E57187FDE}" type="parTrans" cxnId="{B9B240C2-B10F-4275-9880-7E5EEE1AB70E}">
      <dgm:prSet/>
      <dgm:spPr/>
      <dgm:t>
        <a:bodyPr/>
        <a:lstStyle/>
        <a:p>
          <a:endParaRPr lang="en-IN"/>
        </a:p>
      </dgm:t>
    </dgm:pt>
    <dgm:pt modelId="{71FD23F2-D718-4766-8D7D-F1AC3896EB17}" type="sibTrans" cxnId="{B9B240C2-B10F-4275-9880-7E5EEE1AB70E}">
      <dgm:prSet phldrT="6" phldr="0"/>
      <dgm:spPr/>
    </dgm:pt>
    <dgm:pt modelId="{80A739C3-1BC2-4D36-845E-AFFBC46BE4F5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Statistical Analysis</a:t>
          </a:r>
        </a:p>
      </dgm:t>
    </dgm:pt>
    <dgm:pt modelId="{6876F2EF-5E93-4A1B-B412-133491674C30}" type="parTrans" cxnId="{65689815-A648-41BA-BD0A-D050019B982E}">
      <dgm:prSet/>
      <dgm:spPr/>
      <dgm:t>
        <a:bodyPr/>
        <a:lstStyle/>
        <a:p>
          <a:endParaRPr lang="en-IN"/>
        </a:p>
      </dgm:t>
    </dgm:pt>
    <dgm:pt modelId="{5C231D24-946D-4B1C-B51E-FC4EFEC22D7F}" type="sibTrans" cxnId="{65689815-A648-41BA-BD0A-D050019B982E}">
      <dgm:prSet phldrT="7" phldr="0"/>
      <dgm:spPr/>
    </dgm:pt>
    <dgm:pt modelId="{13DEF894-E3AD-43B6-8491-0FD5B560867F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dirty="0"/>
            <a:t>↓</a:t>
          </a:r>
        </a:p>
      </dgm:t>
    </dgm:pt>
    <dgm:pt modelId="{0C1D7965-CBE0-4C44-BD8A-80B39F110FBA}" type="parTrans" cxnId="{D99C5AF2-5F37-4666-9249-3DB33202121E}">
      <dgm:prSet/>
      <dgm:spPr/>
      <dgm:t>
        <a:bodyPr/>
        <a:lstStyle/>
        <a:p>
          <a:endParaRPr lang="en-IN"/>
        </a:p>
      </dgm:t>
    </dgm:pt>
    <dgm:pt modelId="{5D48DF8A-98B3-47E9-8C5C-D4178A1FC8FB}" type="sibTrans" cxnId="{D99C5AF2-5F37-4666-9249-3DB33202121E}">
      <dgm:prSet phldrT="8" phldr="0"/>
      <dgm:spPr/>
    </dgm:pt>
    <dgm:pt modelId="{DF1CE132-10ED-4820-92F2-7CFA1A2F58BA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Visualization</a:t>
          </a:r>
        </a:p>
      </dgm:t>
    </dgm:pt>
    <dgm:pt modelId="{F5F219C6-378F-40E9-A3C7-18A6EB8A527B}" type="parTrans" cxnId="{FCD4DA0C-7537-4FCF-A8A6-A0CDE27858D4}">
      <dgm:prSet/>
      <dgm:spPr/>
      <dgm:t>
        <a:bodyPr/>
        <a:lstStyle/>
        <a:p>
          <a:endParaRPr lang="en-IN"/>
        </a:p>
      </dgm:t>
    </dgm:pt>
    <dgm:pt modelId="{D6834D80-2011-451C-96CE-76901A7946C3}" type="sibTrans" cxnId="{FCD4DA0C-7537-4FCF-A8A6-A0CDE27858D4}">
      <dgm:prSet phldrT="9" phldr="0"/>
      <dgm:spPr/>
    </dgm:pt>
    <dgm:pt modelId="{50BD34AD-A14E-43A7-A767-97408283F4BE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680F3C7F-3D97-4C5B-A168-FCE9D265A703}" type="parTrans" cxnId="{7958ECED-AB40-4680-A570-1D22E2C66CB1}">
      <dgm:prSet/>
      <dgm:spPr/>
      <dgm:t>
        <a:bodyPr/>
        <a:lstStyle/>
        <a:p>
          <a:endParaRPr lang="en-IN"/>
        </a:p>
      </dgm:t>
    </dgm:pt>
    <dgm:pt modelId="{0351AF45-D057-49B0-A89F-13C48FE9FF6D}" type="sibTrans" cxnId="{7958ECED-AB40-4680-A570-1D22E2C66CB1}">
      <dgm:prSet phldrT="10" phldr="0"/>
      <dgm:spPr/>
    </dgm:pt>
    <dgm:pt modelId="{E28C0B8E-63D8-4180-8A15-A4B0923465D5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Insights</a:t>
          </a:r>
        </a:p>
      </dgm:t>
    </dgm:pt>
    <dgm:pt modelId="{131143C9-9C60-4B75-83BB-361A643091C8}" type="parTrans" cxnId="{CE6AD023-6BFF-478C-A0F7-34EDD2B5A4E6}">
      <dgm:prSet/>
      <dgm:spPr/>
      <dgm:t>
        <a:bodyPr/>
        <a:lstStyle/>
        <a:p>
          <a:endParaRPr lang="en-IN"/>
        </a:p>
      </dgm:t>
    </dgm:pt>
    <dgm:pt modelId="{1AB159A4-1514-4DB7-BB88-F23F8C9827C7}" type="sibTrans" cxnId="{CE6AD023-6BFF-478C-A0F7-34EDD2B5A4E6}">
      <dgm:prSet phldrT="11" phldr="0"/>
      <dgm:spPr/>
    </dgm:pt>
    <dgm:pt modelId="{26F30515-6D81-493F-9FA7-E71E486A0C6F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68C9C5E3-CCE6-4F1E-A7C8-E18A395C1E88}" type="parTrans" cxnId="{36F43C42-942B-40D7-9307-D73455013852}">
      <dgm:prSet/>
      <dgm:spPr/>
      <dgm:t>
        <a:bodyPr/>
        <a:lstStyle/>
        <a:p>
          <a:endParaRPr lang="en-IN"/>
        </a:p>
      </dgm:t>
    </dgm:pt>
    <dgm:pt modelId="{022E468E-1258-4A96-82DB-3C84E985896E}" type="sibTrans" cxnId="{36F43C42-942B-40D7-9307-D73455013852}">
      <dgm:prSet phldrT="12" phldr="0"/>
      <dgm:spPr/>
    </dgm:pt>
    <dgm:pt modelId="{B82473FD-EB61-490C-A1CC-A14F82A4A5D8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 Conclusion</a:t>
          </a:r>
        </a:p>
      </dgm:t>
    </dgm:pt>
    <dgm:pt modelId="{B8FB82A0-3689-4E0F-BD18-696E51BEB647}" type="parTrans" cxnId="{F2BA2745-DC19-4180-BD1F-C1600B182029}">
      <dgm:prSet/>
      <dgm:spPr/>
      <dgm:t>
        <a:bodyPr/>
        <a:lstStyle/>
        <a:p>
          <a:endParaRPr lang="en-IN"/>
        </a:p>
      </dgm:t>
    </dgm:pt>
    <dgm:pt modelId="{617ABBA8-8747-4524-B499-90A641AFCDB6}" type="sibTrans" cxnId="{F2BA2745-DC19-4180-BD1F-C1600B182029}">
      <dgm:prSet phldrT="13" phldr="0"/>
      <dgm:spPr/>
    </dgm:pt>
    <dgm:pt modelId="{ADF58B12-F1BE-4D62-941E-957EFF9A7593}" type="pres">
      <dgm:prSet presAssocID="{B422304E-792A-4385-82C1-936299118C55}" presName="root" presStyleCnt="0">
        <dgm:presLayoutVars>
          <dgm:dir/>
          <dgm:resizeHandles val="exact"/>
        </dgm:presLayoutVars>
      </dgm:prSet>
      <dgm:spPr/>
    </dgm:pt>
    <dgm:pt modelId="{FE2726E0-4F9C-44F5-84AB-1978FE334CA5}" type="pres">
      <dgm:prSet presAssocID="{B422304E-792A-4385-82C1-936299118C55}" presName="connLine" presStyleLbl="dkBgShp" presStyleIdx="0" presStyleCnt="1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</dgm:pt>
    <dgm:pt modelId="{A9C895CC-967E-49E1-ACD8-ED781F9F83FE}" type="pres">
      <dgm:prSet presAssocID="{B422304E-792A-4385-82C1-936299118C55}" presName="itemsFlow" presStyleCnt="0"/>
      <dgm:spPr/>
    </dgm:pt>
    <dgm:pt modelId="{25CCD07C-0B8B-43A4-B327-CE9748A81971}" type="pres">
      <dgm:prSet presAssocID="{8AEE47DA-2D15-4DF0-B21B-CB21C12F9E41}" presName="item" presStyleCnt="0"/>
      <dgm:spPr/>
    </dgm:pt>
    <dgm:pt modelId="{1D055D36-DFC2-45A1-A31D-7C56F3C54EBB}" type="pres">
      <dgm:prSet presAssocID="{8AEE47DA-2D15-4DF0-B21B-CB21C12F9E41}" presName="anchor" presStyleCnt="0"/>
      <dgm:spPr/>
    </dgm:pt>
    <dgm:pt modelId="{B81FFE21-B63E-4BE6-85E4-14458B9D0482}" type="pres">
      <dgm:prSet presAssocID="{8AEE47DA-2D15-4DF0-B21B-CB21C12F9E41}" presName="titleText" presStyleLbl="revTx" presStyleIdx="0" presStyleCnt="0">
        <dgm:presLayoutVars>
          <dgm:chMax val="0"/>
          <dgm:chPref val="0"/>
        </dgm:presLayoutVars>
      </dgm:prSet>
      <dgm:spPr/>
    </dgm:pt>
    <dgm:pt modelId="{56A14988-5F6C-4DAF-AA6F-02C3B1C7832B}" type="pres">
      <dgm:prSet presAssocID="{8AEE47DA-2D15-4DF0-B21B-CB21C12F9E41}" presName="dot" presStyleLbl="node1NoLn" presStyleIdx="0" presStyleCnt="13"/>
      <dgm:spPr/>
    </dgm:pt>
    <dgm:pt modelId="{1A641AAE-2C21-46B5-8204-682E39F87C17}" type="pres">
      <dgm:prSet presAssocID="{8AEE47DA-2D15-4DF0-B21B-CB21C12F9E41}" presName="descText" presStyleLbl="revTx" presStyleIdx="0" presStyleCnt="0">
        <dgm:presLayoutVars>
          <dgm:chMax val="0"/>
          <dgm:chPref val="0"/>
        </dgm:presLayoutVars>
      </dgm:prSet>
      <dgm:spPr/>
    </dgm:pt>
    <dgm:pt modelId="{6E2C4AFB-93D1-43CD-9423-6CC1AC0D7851}" type="pres">
      <dgm:prSet presAssocID="{D934F58D-1411-4A33-8314-E8E8EA1D1138}" presName="spacer" presStyleCnt="0"/>
      <dgm:spPr/>
    </dgm:pt>
    <dgm:pt modelId="{C20BDCFE-E558-414C-BAA9-CFCED3B23720}" type="pres">
      <dgm:prSet presAssocID="{8C8E8742-C59D-4EA0-88EA-FAF1201A308F}" presName="item" presStyleCnt="0"/>
      <dgm:spPr/>
    </dgm:pt>
    <dgm:pt modelId="{040180CA-B340-4752-9EC1-41996D684930}" type="pres">
      <dgm:prSet presAssocID="{8C8E8742-C59D-4EA0-88EA-FAF1201A308F}" presName="anchor" presStyleCnt="0"/>
      <dgm:spPr/>
    </dgm:pt>
    <dgm:pt modelId="{91F1544D-6C03-45E6-BCF3-6F71A3741094}" type="pres">
      <dgm:prSet presAssocID="{8C8E8742-C59D-4EA0-88EA-FAF1201A308F}" presName="titleText" presStyleLbl="revTx" presStyleIdx="0" presStyleCnt="0">
        <dgm:presLayoutVars>
          <dgm:chMax val="0"/>
          <dgm:chPref val="0"/>
        </dgm:presLayoutVars>
      </dgm:prSet>
      <dgm:spPr/>
    </dgm:pt>
    <dgm:pt modelId="{1B5D746C-9F65-430E-9C99-9B8E643D813E}" type="pres">
      <dgm:prSet presAssocID="{8C8E8742-C59D-4EA0-88EA-FAF1201A308F}" presName="dot" presStyleLbl="node1NoLn" presStyleIdx="1" presStyleCnt="13"/>
      <dgm:spPr/>
    </dgm:pt>
    <dgm:pt modelId="{F416CF0C-31B9-4D16-99FB-FA38441B98F4}" type="pres">
      <dgm:prSet presAssocID="{8C8E8742-C59D-4EA0-88EA-FAF1201A308F}" presName="descText" presStyleLbl="revTx" presStyleIdx="0" presStyleCnt="0">
        <dgm:presLayoutVars>
          <dgm:chMax val="0"/>
          <dgm:chPref val="0"/>
        </dgm:presLayoutVars>
      </dgm:prSet>
      <dgm:spPr/>
    </dgm:pt>
    <dgm:pt modelId="{313DA024-7A5B-4D2F-B28C-01FFACAF5BDA}" type="pres">
      <dgm:prSet presAssocID="{94728E4F-E20C-431D-B8DB-1F9E8E82D505}" presName="spacer" presStyleCnt="0"/>
      <dgm:spPr/>
    </dgm:pt>
    <dgm:pt modelId="{D30F7BDB-3116-4ED1-928E-B309675BAC35}" type="pres">
      <dgm:prSet presAssocID="{F7F2F72F-1136-4102-9881-E28E1907572E}" presName="item" presStyleCnt="0"/>
      <dgm:spPr/>
    </dgm:pt>
    <dgm:pt modelId="{99D86465-A652-4E5B-B2C0-72BBDA68BBDF}" type="pres">
      <dgm:prSet presAssocID="{F7F2F72F-1136-4102-9881-E28E1907572E}" presName="anchor" presStyleCnt="0"/>
      <dgm:spPr/>
    </dgm:pt>
    <dgm:pt modelId="{F9670C6D-D3C1-4900-A6FB-645DDA5FB20D}" type="pres">
      <dgm:prSet presAssocID="{F7F2F72F-1136-4102-9881-E28E1907572E}" presName="titleText" presStyleLbl="revTx" presStyleIdx="0" presStyleCnt="0">
        <dgm:presLayoutVars>
          <dgm:chMax val="0"/>
          <dgm:chPref val="0"/>
        </dgm:presLayoutVars>
      </dgm:prSet>
      <dgm:spPr/>
    </dgm:pt>
    <dgm:pt modelId="{226712E4-80A1-43F2-9197-0BDA469B3E47}" type="pres">
      <dgm:prSet presAssocID="{F7F2F72F-1136-4102-9881-E28E1907572E}" presName="dot" presStyleLbl="node1NoLn" presStyleIdx="2" presStyleCnt="13"/>
      <dgm:spPr/>
    </dgm:pt>
    <dgm:pt modelId="{4E2715D7-3302-4B02-8C6E-AB4EB5A48148}" type="pres">
      <dgm:prSet presAssocID="{F7F2F72F-1136-4102-9881-E28E1907572E}" presName="descText" presStyleLbl="revTx" presStyleIdx="0" presStyleCnt="0">
        <dgm:presLayoutVars>
          <dgm:chMax val="0"/>
          <dgm:chPref val="0"/>
        </dgm:presLayoutVars>
      </dgm:prSet>
      <dgm:spPr/>
    </dgm:pt>
    <dgm:pt modelId="{B7CC5103-8AAB-483D-AF25-A51E7A59F709}" type="pres">
      <dgm:prSet presAssocID="{894BCF88-8D9C-43EC-AC98-B2D62A6626C1}" presName="spacer" presStyleCnt="0"/>
      <dgm:spPr/>
    </dgm:pt>
    <dgm:pt modelId="{2E9C9857-8BF4-46B3-ADA9-26DD6A63BC01}" type="pres">
      <dgm:prSet presAssocID="{B75E34D8-2682-4561-B229-B3109D697819}" presName="item" presStyleCnt="0"/>
      <dgm:spPr/>
    </dgm:pt>
    <dgm:pt modelId="{6FF624B2-6F94-415B-8964-4018AB8384D0}" type="pres">
      <dgm:prSet presAssocID="{B75E34D8-2682-4561-B229-B3109D697819}" presName="anchor" presStyleCnt="0"/>
      <dgm:spPr/>
    </dgm:pt>
    <dgm:pt modelId="{B1CF3D67-3257-44F3-AC79-9AD3F2828CA8}" type="pres">
      <dgm:prSet presAssocID="{B75E34D8-2682-4561-B229-B3109D697819}" presName="titleText" presStyleLbl="revTx" presStyleIdx="0" presStyleCnt="0">
        <dgm:presLayoutVars>
          <dgm:chMax val="0"/>
          <dgm:chPref val="0"/>
        </dgm:presLayoutVars>
      </dgm:prSet>
      <dgm:spPr/>
    </dgm:pt>
    <dgm:pt modelId="{11B46087-20F5-43B2-807F-D4F5030AA4F0}" type="pres">
      <dgm:prSet presAssocID="{B75E34D8-2682-4561-B229-B3109D697819}" presName="dot" presStyleLbl="node1NoLn" presStyleIdx="3" presStyleCnt="13"/>
      <dgm:spPr/>
    </dgm:pt>
    <dgm:pt modelId="{4DAA795B-8630-4F7B-852B-05FDC3FC3E99}" type="pres">
      <dgm:prSet presAssocID="{B75E34D8-2682-4561-B229-B3109D697819}" presName="descText" presStyleLbl="revTx" presStyleIdx="0" presStyleCnt="0">
        <dgm:presLayoutVars>
          <dgm:chMax val="0"/>
          <dgm:chPref val="0"/>
        </dgm:presLayoutVars>
      </dgm:prSet>
      <dgm:spPr/>
    </dgm:pt>
    <dgm:pt modelId="{94502BE0-1957-40B5-8109-FB132654AACF}" type="pres">
      <dgm:prSet presAssocID="{2060B8DE-7744-481F-BD24-24B823062851}" presName="spacer" presStyleCnt="0"/>
      <dgm:spPr/>
    </dgm:pt>
    <dgm:pt modelId="{1D94C94E-54CC-4520-BDD7-ACD6D509D008}" type="pres">
      <dgm:prSet presAssocID="{937BCF0E-F91B-447D-B244-B669F0B7FB72}" presName="item" presStyleCnt="0"/>
      <dgm:spPr/>
    </dgm:pt>
    <dgm:pt modelId="{0ABA1039-B5EB-4CB0-99AF-1EBCFF69FDED}" type="pres">
      <dgm:prSet presAssocID="{937BCF0E-F91B-447D-B244-B669F0B7FB72}" presName="anchor" presStyleCnt="0"/>
      <dgm:spPr/>
    </dgm:pt>
    <dgm:pt modelId="{75A709E3-8B33-42EC-96D0-18898451D1DD}" type="pres">
      <dgm:prSet presAssocID="{937BCF0E-F91B-447D-B244-B669F0B7FB72}" presName="titleText" presStyleLbl="revTx" presStyleIdx="0" presStyleCnt="0">
        <dgm:presLayoutVars>
          <dgm:chMax val="0"/>
          <dgm:chPref val="0"/>
        </dgm:presLayoutVars>
      </dgm:prSet>
      <dgm:spPr/>
    </dgm:pt>
    <dgm:pt modelId="{A415E394-BB93-4418-84C5-56ECE87CF4D6}" type="pres">
      <dgm:prSet presAssocID="{937BCF0E-F91B-447D-B244-B669F0B7FB72}" presName="dot" presStyleLbl="node1NoLn" presStyleIdx="4" presStyleCnt="13"/>
      <dgm:spPr/>
    </dgm:pt>
    <dgm:pt modelId="{49F20DA8-9CC7-4645-8CE3-B412E395BDB1}" type="pres">
      <dgm:prSet presAssocID="{937BCF0E-F91B-447D-B244-B669F0B7FB72}" presName="descText" presStyleLbl="revTx" presStyleIdx="0" presStyleCnt="0">
        <dgm:presLayoutVars>
          <dgm:chMax val="0"/>
          <dgm:chPref val="0"/>
        </dgm:presLayoutVars>
      </dgm:prSet>
      <dgm:spPr/>
    </dgm:pt>
    <dgm:pt modelId="{8DB22483-C406-4A82-B076-0361BF767A73}" type="pres">
      <dgm:prSet presAssocID="{6EB8D3A6-08FC-4D2B-AF18-AC34F056096C}" presName="spacer" presStyleCnt="0"/>
      <dgm:spPr/>
    </dgm:pt>
    <dgm:pt modelId="{BD35FA24-1000-4DE3-A6A1-F0A342FFC6A1}" type="pres">
      <dgm:prSet presAssocID="{B9AE45D3-72F0-4AF5-95B1-9A796EFFCCE5}" presName="item" presStyleCnt="0"/>
      <dgm:spPr/>
    </dgm:pt>
    <dgm:pt modelId="{7408270D-B0B6-47DA-A1A6-72C989462BD0}" type="pres">
      <dgm:prSet presAssocID="{B9AE45D3-72F0-4AF5-95B1-9A796EFFCCE5}" presName="anchor" presStyleCnt="0"/>
      <dgm:spPr/>
    </dgm:pt>
    <dgm:pt modelId="{C939D930-7DE2-4688-9A76-070F1E50A856}" type="pres">
      <dgm:prSet presAssocID="{B9AE45D3-72F0-4AF5-95B1-9A796EFFCCE5}" presName="titleText" presStyleLbl="revTx" presStyleIdx="0" presStyleCnt="0">
        <dgm:presLayoutVars>
          <dgm:chMax val="0"/>
          <dgm:chPref val="0"/>
        </dgm:presLayoutVars>
      </dgm:prSet>
      <dgm:spPr/>
    </dgm:pt>
    <dgm:pt modelId="{145A5981-106D-486C-AC07-A49C82631306}" type="pres">
      <dgm:prSet presAssocID="{B9AE45D3-72F0-4AF5-95B1-9A796EFFCCE5}" presName="dot" presStyleLbl="node1NoLn" presStyleIdx="5" presStyleCnt="13"/>
      <dgm:spPr/>
    </dgm:pt>
    <dgm:pt modelId="{84129615-141B-4FD8-B9E9-2B9DA84A56D3}" type="pres">
      <dgm:prSet presAssocID="{B9AE45D3-72F0-4AF5-95B1-9A796EFFCCE5}" presName="descText" presStyleLbl="revTx" presStyleIdx="0" presStyleCnt="0">
        <dgm:presLayoutVars>
          <dgm:chMax val="0"/>
          <dgm:chPref val="0"/>
        </dgm:presLayoutVars>
      </dgm:prSet>
      <dgm:spPr/>
    </dgm:pt>
    <dgm:pt modelId="{73A3233E-6D20-477A-B3AF-065477E180C2}" type="pres">
      <dgm:prSet presAssocID="{71FD23F2-D718-4766-8D7D-F1AC3896EB17}" presName="spacer" presStyleCnt="0"/>
      <dgm:spPr/>
    </dgm:pt>
    <dgm:pt modelId="{CB1B2441-DCA6-4BD3-AA6D-737295DEE19C}" type="pres">
      <dgm:prSet presAssocID="{80A739C3-1BC2-4D36-845E-AFFBC46BE4F5}" presName="item" presStyleCnt="0"/>
      <dgm:spPr/>
    </dgm:pt>
    <dgm:pt modelId="{86F74D11-4802-469A-80FF-49C7C9251906}" type="pres">
      <dgm:prSet presAssocID="{80A739C3-1BC2-4D36-845E-AFFBC46BE4F5}" presName="anchor" presStyleCnt="0"/>
      <dgm:spPr/>
    </dgm:pt>
    <dgm:pt modelId="{8A90188A-774C-4E06-99E9-154F039412F7}" type="pres">
      <dgm:prSet presAssocID="{80A739C3-1BC2-4D36-845E-AFFBC46BE4F5}" presName="titleText" presStyleLbl="revTx" presStyleIdx="0" presStyleCnt="0">
        <dgm:presLayoutVars>
          <dgm:chMax val="0"/>
          <dgm:chPref val="0"/>
        </dgm:presLayoutVars>
      </dgm:prSet>
      <dgm:spPr/>
    </dgm:pt>
    <dgm:pt modelId="{B7A2ABEF-86B2-4063-8E10-A921670769B2}" type="pres">
      <dgm:prSet presAssocID="{80A739C3-1BC2-4D36-845E-AFFBC46BE4F5}" presName="dot" presStyleLbl="node1NoLn" presStyleIdx="6" presStyleCnt="13"/>
      <dgm:spPr/>
    </dgm:pt>
    <dgm:pt modelId="{C0D9A7A1-A5DE-4656-BC91-579AFEE17750}" type="pres">
      <dgm:prSet presAssocID="{80A739C3-1BC2-4D36-845E-AFFBC46BE4F5}" presName="descText" presStyleLbl="revTx" presStyleIdx="0" presStyleCnt="0">
        <dgm:presLayoutVars>
          <dgm:chMax val="0"/>
          <dgm:chPref val="0"/>
        </dgm:presLayoutVars>
      </dgm:prSet>
      <dgm:spPr/>
    </dgm:pt>
    <dgm:pt modelId="{EC1F5BF9-18D3-4FB4-9771-F00951CDD685}" type="pres">
      <dgm:prSet presAssocID="{5C231D24-946D-4B1C-B51E-FC4EFEC22D7F}" presName="spacer" presStyleCnt="0"/>
      <dgm:spPr/>
    </dgm:pt>
    <dgm:pt modelId="{649710B3-0277-41D2-8099-58CD3943D766}" type="pres">
      <dgm:prSet presAssocID="{13DEF894-E3AD-43B6-8491-0FD5B560867F}" presName="item" presStyleCnt="0"/>
      <dgm:spPr/>
    </dgm:pt>
    <dgm:pt modelId="{74589B4A-B849-41EC-A3B3-E35D3CC46073}" type="pres">
      <dgm:prSet presAssocID="{13DEF894-E3AD-43B6-8491-0FD5B560867F}" presName="anchor" presStyleCnt="0"/>
      <dgm:spPr/>
    </dgm:pt>
    <dgm:pt modelId="{75589B1B-AEB9-480F-BCCF-A01E546CC6AB}" type="pres">
      <dgm:prSet presAssocID="{13DEF894-E3AD-43B6-8491-0FD5B560867F}" presName="titleText" presStyleLbl="revTx" presStyleIdx="0" presStyleCnt="0">
        <dgm:presLayoutVars>
          <dgm:chMax val="0"/>
          <dgm:chPref val="0"/>
        </dgm:presLayoutVars>
      </dgm:prSet>
      <dgm:spPr/>
    </dgm:pt>
    <dgm:pt modelId="{5AB54703-D969-42DA-B2B4-49204DBDA38E}" type="pres">
      <dgm:prSet presAssocID="{13DEF894-E3AD-43B6-8491-0FD5B560867F}" presName="dot" presStyleLbl="node1NoLn" presStyleIdx="7" presStyleCnt="13"/>
      <dgm:spPr/>
    </dgm:pt>
    <dgm:pt modelId="{23B04258-78AD-40DA-8E80-0A0B5F78C2CA}" type="pres">
      <dgm:prSet presAssocID="{13DEF894-E3AD-43B6-8491-0FD5B560867F}" presName="descText" presStyleLbl="revTx" presStyleIdx="0" presStyleCnt="0">
        <dgm:presLayoutVars>
          <dgm:chMax val="0"/>
          <dgm:chPref val="0"/>
        </dgm:presLayoutVars>
      </dgm:prSet>
      <dgm:spPr/>
    </dgm:pt>
    <dgm:pt modelId="{4863E123-0DB2-4B9C-A88F-53A0D3F1D7AF}" type="pres">
      <dgm:prSet presAssocID="{5D48DF8A-98B3-47E9-8C5C-D4178A1FC8FB}" presName="spacer" presStyleCnt="0"/>
      <dgm:spPr/>
    </dgm:pt>
    <dgm:pt modelId="{CCA2DDA2-F595-497F-809C-8D747B3116EC}" type="pres">
      <dgm:prSet presAssocID="{DF1CE132-10ED-4820-92F2-7CFA1A2F58BA}" presName="item" presStyleCnt="0"/>
      <dgm:spPr/>
    </dgm:pt>
    <dgm:pt modelId="{AF9B7676-CEE5-4DA7-A1A9-5D67946CD1F0}" type="pres">
      <dgm:prSet presAssocID="{DF1CE132-10ED-4820-92F2-7CFA1A2F58BA}" presName="anchor" presStyleCnt="0"/>
      <dgm:spPr/>
    </dgm:pt>
    <dgm:pt modelId="{C1DC7D20-8F1D-4AB4-A750-A3DD95F30698}" type="pres">
      <dgm:prSet presAssocID="{DF1CE132-10ED-4820-92F2-7CFA1A2F58BA}" presName="titleText" presStyleLbl="revTx" presStyleIdx="0" presStyleCnt="0">
        <dgm:presLayoutVars>
          <dgm:chMax val="0"/>
          <dgm:chPref val="0"/>
        </dgm:presLayoutVars>
      </dgm:prSet>
      <dgm:spPr/>
    </dgm:pt>
    <dgm:pt modelId="{5BB14454-0A66-42B1-AC91-D908981D5FB9}" type="pres">
      <dgm:prSet presAssocID="{DF1CE132-10ED-4820-92F2-7CFA1A2F58BA}" presName="dot" presStyleLbl="node1NoLn" presStyleIdx="8" presStyleCnt="13"/>
      <dgm:spPr/>
    </dgm:pt>
    <dgm:pt modelId="{5A43C000-D1C8-4139-9C70-25D8A6CE4565}" type="pres">
      <dgm:prSet presAssocID="{DF1CE132-10ED-4820-92F2-7CFA1A2F58BA}" presName="descText" presStyleLbl="revTx" presStyleIdx="0" presStyleCnt="0">
        <dgm:presLayoutVars>
          <dgm:chMax val="0"/>
          <dgm:chPref val="0"/>
        </dgm:presLayoutVars>
      </dgm:prSet>
      <dgm:spPr/>
    </dgm:pt>
    <dgm:pt modelId="{75F0506B-EDC2-48EF-8A16-89B548848236}" type="pres">
      <dgm:prSet presAssocID="{D6834D80-2011-451C-96CE-76901A7946C3}" presName="spacer" presStyleCnt="0"/>
      <dgm:spPr/>
    </dgm:pt>
    <dgm:pt modelId="{6BA1B444-607A-4249-AF25-09EA19A7939F}" type="pres">
      <dgm:prSet presAssocID="{50BD34AD-A14E-43A7-A767-97408283F4BE}" presName="item" presStyleCnt="0"/>
      <dgm:spPr/>
    </dgm:pt>
    <dgm:pt modelId="{663895F3-F767-4B4E-98EC-880465D19A02}" type="pres">
      <dgm:prSet presAssocID="{50BD34AD-A14E-43A7-A767-97408283F4BE}" presName="anchor" presStyleCnt="0"/>
      <dgm:spPr/>
    </dgm:pt>
    <dgm:pt modelId="{C8D13131-BF94-49AD-8ADC-3DD27A92118D}" type="pres">
      <dgm:prSet presAssocID="{50BD34AD-A14E-43A7-A767-97408283F4BE}" presName="titleText" presStyleLbl="revTx" presStyleIdx="0" presStyleCnt="0">
        <dgm:presLayoutVars>
          <dgm:chMax val="0"/>
          <dgm:chPref val="0"/>
        </dgm:presLayoutVars>
      </dgm:prSet>
      <dgm:spPr/>
    </dgm:pt>
    <dgm:pt modelId="{4D0B7404-D6E4-4B55-A997-1D586BF58EEC}" type="pres">
      <dgm:prSet presAssocID="{50BD34AD-A14E-43A7-A767-97408283F4BE}" presName="dot" presStyleLbl="node1NoLn" presStyleIdx="9" presStyleCnt="13"/>
      <dgm:spPr/>
    </dgm:pt>
    <dgm:pt modelId="{058BACB8-2CD0-48F6-B040-8D00A388CEE6}" type="pres">
      <dgm:prSet presAssocID="{50BD34AD-A14E-43A7-A767-97408283F4BE}" presName="descText" presStyleLbl="revTx" presStyleIdx="0" presStyleCnt="0">
        <dgm:presLayoutVars>
          <dgm:chMax val="0"/>
          <dgm:chPref val="0"/>
        </dgm:presLayoutVars>
      </dgm:prSet>
      <dgm:spPr/>
    </dgm:pt>
    <dgm:pt modelId="{46985075-0B65-4486-A78F-8BCB666A3FB5}" type="pres">
      <dgm:prSet presAssocID="{0351AF45-D057-49B0-A89F-13C48FE9FF6D}" presName="spacer" presStyleCnt="0"/>
      <dgm:spPr/>
    </dgm:pt>
    <dgm:pt modelId="{E53FC651-C900-481F-BAF5-0D8EBF626615}" type="pres">
      <dgm:prSet presAssocID="{E28C0B8E-63D8-4180-8A15-A4B0923465D5}" presName="item" presStyleCnt="0"/>
      <dgm:spPr/>
    </dgm:pt>
    <dgm:pt modelId="{754A442A-553D-4BD3-9B94-6DC3FF3FC85B}" type="pres">
      <dgm:prSet presAssocID="{E28C0B8E-63D8-4180-8A15-A4B0923465D5}" presName="anchor" presStyleCnt="0"/>
      <dgm:spPr/>
    </dgm:pt>
    <dgm:pt modelId="{5A00CDDA-5FD8-424C-B0D0-7F798C0C1F18}" type="pres">
      <dgm:prSet presAssocID="{E28C0B8E-63D8-4180-8A15-A4B0923465D5}" presName="titleText" presStyleLbl="revTx" presStyleIdx="0" presStyleCnt="0">
        <dgm:presLayoutVars>
          <dgm:chMax val="0"/>
          <dgm:chPref val="0"/>
        </dgm:presLayoutVars>
      </dgm:prSet>
      <dgm:spPr/>
    </dgm:pt>
    <dgm:pt modelId="{2A9F3A28-8765-4767-9763-787D37FE6901}" type="pres">
      <dgm:prSet presAssocID="{E28C0B8E-63D8-4180-8A15-A4B0923465D5}" presName="dot" presStyleLbl="node1NoLn" presStyleIdx="10" presStyleCnt="13"/>
      <dgm:spPr/>
    </dgm:pt>
    <dgm:pt modelId="{28C18552-CC9A-4912-931C-94154C61A9C6}" type="pres">
      <dgm:prSet presAssocID="{E28C0B8E-63D8-4180-8A15-A4B0923465D5}" presName="descText" presStyleLbl="revTx" presStyleIdx="0" presStyleCnt="0">
        <dgm:presLayoutVars>
          <dgm:chMax val="0"/>
          <dgm:chPref val="0"/>
        </dgm:presLayoutVars>
      </dgm:prSet>
      <dgm:spPr/>
    </dgm:pt>
    <dgm:pt modelId="{ED3A60C9-E012-4385-A875-527A03385E40}" type="pres">
      <dgm:prSet presAssocID="{1AB159A4-1514-4DB7-BB88-F23F8C9827C7}" presName="spacer" presStyleCnt="0"/>
      <dgm:spPr/>
    </dgm:pt>
    <dgm:pt modelId="{B07C2115-63BF-428A-9B9C-054CB57E3F5C}" type="pres">
      <dgm:prSet presAssocID="{26F30515-6D81-493F-9FA7-E71E486A0C6F}" presName="item" presStyleCnt="0"/>
      <dgm:spPr/>
    </dgm:pt>
    <dgm:pt modelId="{04B1F868-909F-4AC5-AA62-64CAFE3FE5B8}" type="pres">
      <dgm:prSet presAssocID="{26F30515-6D81-493F-9FA7-E71E486A0C6F}" presName="anchor" presStyleCnt="0"/>
      <dgm:spPr/>
    </dgm:pt>
    <dgm:pt modelId="{90690912-56F0-4D1D-BEAC-0F15CC5B3075}" type="pres">
      <dgm:prSet presAssocID="{26F30515-6D81-493F-9FA7-E71E486A0C6F}" presName="titleText" presStyleLbl="revTx" presStyleIdx="0" presStyleCnt="0">
        <dgm:presLayoutVars>
          <dgm:chMax val="0"/>
          <dgm:chPref val="0"/>
        </dgm:presLayoutVars>
      </dgm:prSet>
      <dgm:spPr/>
    </dgm:pt>
    <dgm:pt modelId="{53D49C94-97D9-4A59-8EEB-CFB612059CFB}" type="pres">
      <dgm:prSet presAssocID="{26F30515-6D81-493F-9FA7-E71E486A0C6F}" presName="dot" presStyleLbl="node1NoLn" presStyleIdx="11" presStyleCnt="13"/>
      <dgm:spPr/>
    </dgm:pt>
    <dgm:pt modelId="{A6C4F91C-FF0A-4496-A656-9F08FE8DEFB8}" type="pres">
      <dgm:prSet presAssocID="{26F30515-6D81-493F-9FA7-E71E486A0C6F}" presName="descText" presStyleLbl="revTx" presStyleIdx="0" presStyleCnt="0">
        <dgm:presLayoutVars>
          <dgm:chMax val="0"/>
          <dgm:chPref val="0"/>
        </dgm:presLayoutVars>
      </dgm:prSet>
      <dgm:spPr/>
    </dgm:pt>
    <dgm:pt modelId="{296C6FCC-A39E-4DA3-9D62-16E974068457}" type="pres">
      <dgm:prSet presAssocID="{022E468E-1258-4A96-82DB-3C84E985896E}" presName="spacer" presStyleCnt="0"/>
      <dgm:spPr/>
    </dgm:pt>
    <dgm:pt modelId="{127051FE-B4A1-457F-99E1-B48BAF5B75FF}" type="pres">
      <dgm:prSet presAssocID="{B82473FD-EB61-490C-A1CC-A14F82A4A5D8}" presName="item" presStyleCnt="0"/>
      <dgm:spPr/>
    </dgm:pt>
    <dgm:pt modelId="{9D8B0347-BCC0-40FE-9401-A1DC56612C19}" type="pres">
      <dgm:prSet presAssocID="{B82473FD-EB61-490C-A1CC-A14F82A4A5D8}" presName="anchor" presStyleCnt="0"/>
      <dgm:spPr/>
    </dgm:pt>
    <dgm:pt modelId="{98D72D3C-3FF9-40E4-9010-84B3B3842393}" type="pres">
      <dgm:prSet presAssocID="{B82473FD-EB61-490C-A1CC-A14F82A4A5D8}" presName="titleText" presStyleLbl="revTx" presStyleIdx="0" presStyleCnt="0" custScaleX="81196" custScaleY="155278" custLinFactNeighborX="8325" custLinFactNeighborY="-12871">
        <dgm:presLayoutVars>
          <dgm:chMax val="0"/>
          <dgm:chPref val="0"/>
        </dgm:presLayoutVars>
      </dgm:prSet>
      <dgm:spPr/>
    </dgm:pt>
    <dgm:pt modelId="{D1F34B9A-8714-4CCF-A6F2-2E4D44811434}" type="pres">
      <dgm:prSet presAssocID="{B82473FD-EB61-490C-A1CC-A14F82A4A5D8}" presName="dot" presStyleLbl="node1NoLn" presStyleIdx="12" presStyleCnt="13"/>
      <dgm:spPr/>
    </dgm:pt>
    <dgm:pt modelId="{87E9EAFE-1D43-49BA-80C0-416CCFDE42BF}" type="pres">
      <dgm:prSet presAssocID="{B82473FD-EB61-490C-A1CC-A14F82A4A5D8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FCD4DA0C-7537-4FCF-A8A6-A0CDE27858D4}" srcId="{B422304E-792A-4385-82C1-936299118C55}" destId="{DF1CE132-10ED-4820-92F2-7CFA1A2F58BA}" srcOrd="8" destOrd="0" parTransId="{F5F219C6-378F-40E9-A3C7-18A6EB8A527B}" sibTransId="{D6834D80-2011-451C-96CE-76901A7946C3}"/>
    <dgm:cxn modelId="{65689815-A648-41BA-BD0A-D050019B982E}" srcId="{B422304E-792A-4385-82C1-936299118C55}" destId="{80A739C3-1BC2-4D36-845E-AFFBC46BE4F5}" srcOrd="6" destOrd="0" parTransId="{6876F2EF-5E93-4A1B-B412-133491674C30}" sibTransId="{5C231D24-946D-4B1C-B51E-FC4EFEC22D7F}"/>
    <dgm:cxn modelId="{41893918-33B4-4C00-82D2-01312FC59C53}" type="presOf" srcId="{DF1CE132-10ED-4820-92F2-7CFA1A2F58BA}" destId="{C1DC7D20-8F1D-4AB4-A750-A3DD95F30698}" srcOrd="0" destOrd="0" presId="urn:microsoft.com/office/officeart/2026/layout/SmallDotsVertical"/>
    <dgm:cxn modelId="{BAEF0123-B08B-4556-89F5-F4FC4406E14D}" srcId="{B422304E-792A-4385-82C1-936299118C55}" destId="{B75E34D8-2682-4561-B229-B3109D697819}" srcOrd="3" destOrd="0" parTransId="{D6AAE95E-0AB6-4C22-984C-967F1754113F}" sibTransId="{2060B8DE-7744-481F-BD24-24B823062851}"/>
    <dgm:cxn modelId="{CE6AD023-6BFF-478C-A0F7-34EDD2B5A4E6}" srcId="{B422304E-792A-4385-82C1-936299118C55}" destId="{E28C0B8E-63D8-4180-8A15-A4B0923465D5}" srcOrd="10" destOrd="0" parTransId="{131143C9-9C60-4B75-83BB-361A643091C8}" sibTransId="{1AB159A4-1514-4DB7-BB88-F23F8C9827C7}"/>
    <dgm:cxn modelId="{4D318536-F0C7-4080-A833-F2C1E79A6059}" type="presOf" srcId="{13DEF894-E3AD-43B6-8491-0FD5B560867F}" destId="{75589B1B-AEB9-480F-BCCF-A01E546CC6AB}" srcOrd="0" destOrd="0" presId="urn:microsoft.com/office/officeart/2026/layout/SmallDotsVertical"/>
    <dgm:cxn modelId="{7DA03138-8D76-4D01-B996-4E1AA6AEB9CA}" srcId="{B422304E-792A-4385-82C1-936299118C55}" destId="{937BCF0E-F91B-447D-B244-B669F0B7FB72}" srcOrd="4" destOrd="0" parTransId="{594C94F8-B093-489D-8AAE-9A320476F62E}" sibTransId="{6EB8D3A6-08FC-4D2B-AF18-AC34F056096C}"/>
    <dgm:cxn modelId="{36F43C42-942B-40D7-9307-D73455013852}" srcId="{B422304E-792A-4385-82C1-936299118C55}" destId="{26F30515-6D81-493F-9FA7-E71E486A0C6F}" srcOrd="11" destOrd="0" parTransId="{68C9C5E3-CCE6-4F1E-A7C8-E18A395C1E88}" sibTransId="{022E468E-1258-4A96-82DB-3C84E985896E}"/>
    <dgm:cxn modelId="{F2BA2745-DC19-4180-BD1F-C1600B182029}" srcId="{B422304E-792A-4385-82C1-936299118C55}" destId="{B82473FD-EB61-490C-A1CC-A14F82A4A5D8}" srcOrd="12" destOrd="0" parTransId="{B8FB82A0-3689-4E0F-BD18-696E51BEB647}" sibTransId="{617ABBA8-8747-4524-B499-90A641AFCDB6}"/>
    <dgm:cxn modelId="{59FBF96B-A883-442C-93D5-52184CA22B9C}" type="presOf" srcId="{80A739C3-1BC2-4D36-845E-AFFBC46BE4F5}" destId="{8A90188A-774C-4E06-99E9-154F039412F7}" srcOrd="0" destOrd="0" presId="urn:microsoft.com/office/officeart/2026/layout/SmallDotsVertical"/>
    <dgm:cxn modelId="{95B5C84E-CDB6-43AD-99EA-F3213E38BFA3}" type="presOf" srcId="{8C8E8742-C59D-4EA0-88EA-FAF1201A308F}" destId="{91F1544D-6C03-45E6-BCF3-6F71A3741094}" srcOrd="0" destOrd="0" presId="urn:microsoft.com/office/officeart/2026/layout/SmallDotsVertical"/>
    <dgm:cxn modelId="{EE4F2070-17B1-4E24-B631-00CFAD75620D}" type="presOf" srcId="{8AEE47DA-2D15-4DF0-B21B-CB21C12F9E41}" destId="{B81FFE21-B63E-4BE6-85E4-14458B9D0482}" srcOrd="0" destOrd="0" presId="urn:microsoft.com/office/officeart/2026/layout/SmallDotsVertical"/>
    <dgm:cxn modelId="{607AD352-4AFC-4699-BE0A-A36A02012318}" type="presOf" srcId="{937BCF0E-F91B-447D-B244-B669F0B7FB72}" destId="{75A709E3-8B33-42EC-96D0-18898451D1DD}" srcOrd="0" destOrd="0" presId="urn:microsoft.com/office/officeart/2026/layout/SmallDotsVertical"/>
    <dgm:cxn modelId="{0926EA53-8791-47E8-8A6B-5837B62DE5F4}" type="presOf" srcId="{E28C0B8E-63D8-4180-8A15-A4B0923465D5}" destId="{5A00CDDA-5FD8-424C-B0D0-7F798C0C1F18}" srcOrd="0" destOrd="0" presId="urn:microsoft.com/office/officeart/2026/layout/SmallDotsVertical"/>
    <dgm:cxn modelId="{01622559-B89F-4181-94ED-958271C57674}" srcId="{B422304E-792A-4385-82C1-936299118C55}" destId="{8C8E8742-C59D-4EA0-88EA-FAF1201A308F}" srcOrd="1" destOrd="0" parTransId="{45711477-4D00-4AFA-8063-C4B78DA97072}" sibTransId="{94728E4F-E20C-431D-B8DB-1F9E8E82D505}"/>
    <dgm:cxn modelId="{8E375E87-F324-48BB-9E7F-85F20BD7B1F8}" type="presOf" srcId="{B9AE45D3-72F0-4AF5-95B1-9A796EFFCCE5}" destId="{C939D930-7DE2-4688-9A76-070F1E50A856}" srcOrd="0" destOrd="0" presId="urn:microsoft.com/office/officeart/2026/layout/SmallDotsVertical"/>
    <dgm:cxn modelId="{CCAD908C-5E60-444A-B691-31082F127E07}" type="presOf" srcId="{26F30515-6D81-493F-9FA7-E71E486A0C6F}" destId="{90690912-56F0-4D1D-BEAC-0F15CC5B3075}" srcOrd="0" destOrd="0" presId="urn:microsoft.com/office/officeart/2026/layout/SmallDotsVertical"/>
    <dgm:cxn modelId="{F47A3991-53C7-4842-A98E-F81C57EDB0CB}" srcId="{B422304E-792A-4385-82C1-936299118C55}" destId="{F7F2F72F-1136-4102-9881-E28E1907572E}" srcOrd="2" destOrd="0" parTransId="{4E4BA10D-3089-4920-BAD7-8E99F319BAE5}" sibTransId="{894BCF88-8D9C-43EC-AC98-B2D62A6626C1}"/>
    <dgm:cxn modelId="{BE59FAA3-CA02-4B36-A6A3-7A93CC514436}" srcId="{B422304E-792A-4385-82C1-936299118C55}" destId="{8AEE47DA-2D15-4DF0-B21B-CB21C12F9E41}" srcOrd="0" destOrd="0" parTransId="{07299239-A6BD-47A0-8E1E-7D42E59E5668}" sibTransId="{D934F58D-1411-4A33-8314-E8E8EA1D1138}"/>
    <dgm:cxn modelId="{B056E3A4-08E9-49FD-A156-50C654DE24BD}" type="presOf" srcId="{F7F2F72F-1136-4102-9881-E28E1907572E}" destId="{F9670C6D-D3C1-4900-A6FB-645DDA5FB20D}" srcOrd="0" destOrd="0" presId="urn:microsoft.com/office/officeart/2026/layout/SmallDotsVertical"/>
    <dgm:cxn modelId="{1C0A44B9-EF61-478D-82C2-C441F8A51A44}" type="presOf" srcId="{B82473FD-EB61-490C-A1CC-A14F82A4A5D8}" destId="{98D72D3C-3FF9-40E4-9010-84B3B3842393}" srcOrd="0" destOrd="0" presId="urn:microsoft.com/office/officeart/2026/layout/SmallDotsVertical"/>
    <dgm:cxn modelId="{B9B240C2-B10F-4275-9880-7E5EEE1AB70E}" srcId="{B422304E-792A-4385-82C1-936299118C55}" destId="{B9AE45D3-72F0-4AF5-95B1-9A796EFFCCE5}" srcOrd="5" destOrd="0" parTransId="{A7E75EAE-6CB2-4B37-A6F4-5F3E57187FDE}" sibTransId="{71FD23F2-D718-4766-8D7D-F1AC3896EB17}"/>
    <dgm:cxn modelId="{B6DF2EDB-8C40-47E0-A89C-7EA5145B2108}" type="presOf" srcId="{B422304E-792A-4385-82C1-936299118C55}" destId="{ADF58B12-F1BE-4D62-941E-957EFF9A7593}" srcOrd="0" destOrd="0" presId="urn:microsoft.com/office/officeart/2026/layout/SmallDotsVertical"/>
    <dgm:cxn modelId="{7958ECED-AB40-4680-A570-1D22E2C66CB1}" srcId="{B422304E-792A-4385-82C1-936299118C55}" destId="{50BD34AD-A14E-43A7-A767-97408283F4BE}" srcOrd="9" destOrd="0" parTransId="{680F3C7F-3D97-4C5B-A168-FCE9D265A703}" sibTransId="{0351AF45-D057-49B0-A89F-13C48FE9FF6D}"/>
    <dgm:cxn modelId="{D99C5AF2-5F37-4666-9249-3DB33202121E}" srcId="{B422304E-792A-4385-82C1-936299118C55}" destId="{13DEF894-E3AD-43B6-8491-0FD5B560867F}" srcOrd="7" destOrd="0" parTransId="{0C1D7965-CBE0-4C44-BD8A-80B39F110FBA}" sibTransId="{5D48DF8A-98B3-47E9-8C5C-D4178A1FC8FB}"/>
    <dgm:cxn modelId="{821B65FA-B603-4380-8A07-7408825D34A5}" type="presOf" srcId="{50BD34AD-A14E-43A7-A767-97408283F4BE}" destId="{C8D13131-BF94-49AD-8ADC-3DD27A92118D}" srcOrd="0" destOrd="0" presId="urn:microsoft.com/office/officeart/2026/layout/SmallDotsVertical"/>
    <dgm:cxn modelId="{35A4BCFD-27A4-438F-8BD6-73DA50746545}" type="presOf" srcId="{B75E34D8-2682-4561-B229-B3109D697819}" destId="{B1CF3D67-3257-44F3-AC79-9AD3F2828CA8}" srcOrd="0" destOrd="0" presId="urn:microsoft.com/office/officeart/2026/layout/SmallDotsVertical"/>
    <dgm:cxn modelId="{9F61EA12-B702-478F-8D63-F22A1D972DC7}" type="presParOf" srcId="{ADF58B12-F1BE-4D62-941E-957EFF9A7593}" destId="{FE2726E0-4F9C-44F5-84AB-1978FE334CA5}" srcOrd="0" destOrd="0" presId="urn:microsoft.com/office/officeart/2026/layout/SmallDotsVertical"/>
    <dgm:cxn modelId="{5E0087C0-0B31-4CE7-B0BC-A8AA875257C3}" type="presParOf" srcId="{ADF58B12-F1BE-4D62-941E-957EFF9A7593}" destId="{A9C895CC-967E-49E1-ACD8-ED781F9F83FE}" srcOrd="1" destOrd="0" presId="urn:microsoft.com/office/officeart/2026/layout/SmallDotsVertical"/>
    <dgm:cxn modelId="{D98F712E-28CA-4E56-8C01-22DFFE556A1F}" type="presParOf" srcId="{A9C895CC-967E-49E1-ACD8-ED781F9F83FE}" destId="{25CCD07C-0B8B-43A4-B327-CE9748A81971}" srcOrd="0" destOrd="0" presId="urn:microsoft.com/office/officeart/2026/layout/SmallDotsVertical"/>
    <dgm:cxn modelId="{29BCBC38-5BAF-4862-BCA4-1D04084B29E4}" type="presParOf" srcId="{25CCD07C-0B8B-43A4-B327-CE9748A81971}" destId="{1D055D36-DFC2-45A1-A31D-7C56F3C54EBB}" srcOrd="0" destOrd="0" presId="urn:microsoft.com/office/officeart/2026/layout/SmallDotsVertical"/>
    <dgm:cxn modelId="{9B9106B0-C10E-4D78-AEB4-1C5CCB8AE2B6}" type="presParOf" srcId="{25CCD07C-0B8B-43A4-B327-CE9748A81971}" destId="{B81FFE21-B63E-4BE6-85E4-14458B9D0482}" srcOrd="1" destOrd="0" presId="urn:microsoft.com/office/officeart/2026/layout/SmallDotsVertical"/>
    <dgm:cxn modelId="{DE0C63A9-EF38-4606-A8CB-787778EDBE26}" type="presParOf" srcId="{25CCD07C-0B8B-43A4-B327-CE9748A81971}" destId="{56A14988-5F6C-4DAF-AA6F-02C3B1C7832B}" srcOrd="2" destOrd="0" presId="urn:microsoft.com/office/officeart/2026/layout/SmallDotsVertical"/>
    <dgm:cxn modelId="{678CE52E-B2A8-4E9B-805C-F16EA44E76D4}" type="presParOf" srcId="{25CCD07C-0B8B-43A4-B327-CE9748A81971}" destId="{1A641AAE-2C21-46B5-8204-682E39F87C17}" srcOrd="3" destOrd="0" presId="urn:microsoft.com/office/officeart/2026/layout/SmallDotsVertical"/>
    <dgm:cxn modelId="{5F81311F-31AC-4C38-932C-D9E22ABA02D6}" type="presParOf" srcId="{A9C895CC-967E-49E1-ACD8-ED781F9F83FE}" destId="{6E2C4AFB-93D1-43CD-9423-6CC1AC0D7851}" srcOrd="1" destOrd="0" presId="urn:microsoft.com/office/officeart/2026/layout/SmallDotsVertical"/>
    <dgm:cxn modelId="{DE50C752-F966-4D20-9319-1F92F038543B}" type="presParOf" srcId="{A9C895CC-967E-49E1-ACD8-ED781F9F83FE}" destId="{C20BDCFE-E558-414C-BAA9-CFCED3B23720}" srcOrd="2" destOrd="0" presId="urn:microsoft.com/office/officeart/2026/layout/SmallDotsVertical"/>
    <dgm:cxn modelId="{F5987AB2-6C98-4D1C-836C-AE474E6EA19A}" type="presParOf" srcId="{C20BDCFE-E558-414C-BAA9-CFCED3B23720}" destId="{040180CA-B340-4752-9EC1-41996D684930}" srcOrd="0" destOrd="0" presId="urn:microsoft.com/office/officeart/2026/layout/SmallDotsVertical"/>
    <dgm:cxn modelId="{DFEAE590-8FB7-4412-9088-B613BB395E45}" type="presParOf" srcId="{C20BDCFE-E558-414C-BAA9-CFCED3B23720}" destId="{91F1544D-6C03-45E6-BCF3-6F71A3741094}" srcOrd="1" destOrd="0" presId="urn:microsoft.com/office/officeart/2026/layout/SmallDotsVertical"/>
    <dgm:cxn modelId="{39CE042D-BD69-4E6B-A6BA-68A8BB14ECCB}" type="presParOf" srcId="{C20BDCFE-E558-414C-BAA9-CFCED3B23720}" destId="{1B5D746C-9F65-430E-9C99-9B8E643D813E}" srcOrd="2" destOrd="0" presId="urn:microsoft.com/office/officeart/2026/layout/SmallDotsVertical"/>
    <dgm:cxn modelId="{2F849285-A3B5-4E95-8180-147BFF912EEF}" type="presParOf" srcId="{C20BDCFE-E558-414C-BAA9-CFCED3B23720}" destId="{F416CF0C-31B9-4D16-99FB-FA38441B98F4}" srcOrd="3" destOrd="0" presId="urn:microsoft.com/office/officeart/2026/layout/SmallDotsVertical"/>
    <dgm:cxn modelId="{32FC7C75-55DC-49B1-8821-F8ECCB4DDC50}" type="presParOf" srcId="{A9C895CC-967E-49E1-ACD8-ED781F9F83FE}" destId="{313DA024-7A5B-4D2F-B28C-01FFACAF5BDA}" srcOrd="3" destOrd="0" presId="urn:microsoft.com/office/officeart/2026/layout/SmallDotsVertical"/>
    <dgm:cxn modelId="{4CC94565-1B3F-4252-9159-60FCAC62E4BA}" type="presParOf" srcId="{A9C895CC-967E-49E1-ACD8-ED781F9F83FE}" destId="{D30F7BDB-3116-4ED1-928E-B309675BAC35}" srcOrd="4" destOrd="0" presId="urn:microsoft.com/office/officeart/2026/layout/SmallDotsVertical"/>
    <dgm:cxn modelId="{9F3F795B-1588-4F6D-8354-A7B843F8846B}" type="presParOf" srcId="{D30F7BDB-3116-4ED1-928E-B309675BAC35}" destId="{99D86465-A652-4E5B-B2C0-72BBDA68BBDF}" srcOrd="0" destOrd="0" presId="urn:microsoft.com/office/officeart/2026/layout/SmallDotsVertical"/>
    <dgm:cxn modelId="{EE443054-58D7-45D5-954B-3DDAD8174937}" type="presParOf" srcId="{D30F7BDB-3116-4ED1-928E-B309675BAC35}" destId="{F9670C6D-D3C1-4900-A6FB-645DDA5FB20D}" srcOrd="1" destOrd="0" presId="urn:microsoft.com/office/officeart/2026/layout/SmallDotsVertical"/>
    <dgm:cxn modelId="{8B2B0E1B-109A-43C6-A013-CFA29E519814}" type="presParOf" srcId="{D30F7BDB-3116-4ED1-928E-B309675BAC35}" destId="{226712E4-80A1-43F2-9197-0BDA469B3E47}" srcOrd="2" destOrd="0" presId="urn:microsoft.com/office/officeart/2026/layout/SmallDotsVertical"/>
    <dgm:cxn modelId="{ADA450AE-87B2-4140-8DF6-FE66B332023C}" type="presParOf" srcId="{D30F7BDB-3116-4ED1-928E-B309675BAC35}" destId="{4E2715D7-3302-4B02-8C6E-AB4EB5A48148}" srcOrd="3" destOrd="0" presId="urn:microsoft.com/office/officeart/2026/layout/SmallDotsVertical"/>
    <dgm:cxn modelId="{C12ACF25-08C4-4F3A-9036-EF39BDC5D430}" type="presParOf" srcId="{A9C895CC-967E-49E1-ACD8-ED781F9F83FE}" destId="{B7CC5103-8AAB-483D-AF25-A51E7A59F709}" srcOrd="5" destOrd="0" presId="urn:microsoft.com/office/officeart/2026/layout/SmallDotsVertical"/>
    <dgm:cxn modelId="{3EC75058-96D1-4607-B366-4636A42C5EC0}" type="presParOf" srcId="{A9C895CC-967E-49E1-ACD8-ED781F9F83FE}" destId="{2E9C9857-8BF4-46B3-ADA9-26DD6A63BC01}" srcOrd="6" destOrd="0" presId="urn:microsoft.com/office/officeart/2026/layout/SmallDotsVertical"/>
    <dgm:cxn modelId="{C4F5C7C2-86BD-4224-B063-4E82E2181F22}" type="presParOf" srcId="{2E9C9857-8BF4-46B3-ADA9-26DD6A63BC01}" destId="{6FF624B2-6F94-415B-8964-4018AB8384D0}" srcOrd="0" destOrd="0" presId="urn:microsoft.com/office/officeart/2026/layout/SmallDotsVertical"/>
    <dgm:cxn modelId="{6B5A4702-7270-4B9E-90F6-6999166C2CD1}" type="presParOf" srcId="{2E9C9857-8BF4-46B3-ADA9-26DD6A63BC01}" destId="{B1CF3D67-3257-44F3-AC79-9AD3F2828CA8}" srcOrd="1" destOrd="0" presId="urn:microsoft.com/office/officeart/2026/layout/SmallDotsVertical"/>
    <dgm:cxn modelId="{A526333C-9D3E-49B9-A156-EE05B0B60C84}" type="presParOf" srcId="{2E9C9857-8BF4-46B3-ADA9-26DD6A63BC01}" destId="{11B46087-20F5-43B2-807F-D4F5030AA4F0}" srcOrd="2" destOrd="0" presId="urn:microsoft.com/office/officeart/2026/layout/SmallDotsVertical"/>
    <dgm:cxn modelId="{5174006C-B14F-4537-827E-EFF1C75EA348}" type="presParOf" srcId="{2E9C9857-8BF4-46B3-ADA9-26DD6A63BC01}" destId="{4DAA795B-8630-4F7B-852B-05FDC3FC3E99}" srcOrd="3" destOrd="0" presId="urn:microsoft.com/office/officeart/2026/layout/SmallDotsVertical"/>
    <dgm:cxn modelId="{8C975BF4-4704-41E4-8FC2-2F4AC5D4D3AB}" type="presParOf" srcId="{A9C895CC-967E-49E1-ACD8-ED781F9F83FE}" destId="{94502BE0-1957-40B5-8109-FB132654AACF}" srcOrd="7" destOrd="0" presId="urn:microsoft.com/office/officeart/2026/layout/SmallDotsVertical"/>
    <dgm:cxn modelId="{77BCEEC6-3CC8-4E4E-9175-C1868B67A096}" type="presParOf" srcId="{A9C895CC-967E-49E1-ACD8-ED781F9F83FE}" destId="{1D94C94E-54CC-4520-BDD7-ACD6D509D008}" srcOrd="8" destOrd="0" presId="urn:microsoft.com/office/officeart/2026/layout/SmallDotsVertical"/>
    <dgm:cxn modelId="{00D36A53-B9BA-4CB2-A6D9-65C9FEFD0442}" type="presParOf" srcId="{1D94C94E-54CC-4520-BDD7-ACD6D509D008}" destId="{0ABA1039-B5EB-4CB0-99AF-1EBCFF69FDED}" srcOrd="0" destOrd="0" presId="urn:microsoft.com/office/officeart/2026/layout/SmallDotsVertical"/>
    <dgm:cxn modelId="{0280D3DE-B3E3-488B-8888-0B370522DB38}" type="presParOf" srcId="{1D94C94E-54CC-4520-BDD7-ACD6D509D008}" destId="{75A709E3-8B33-42EC-96D0-18898451D1DD}" srcOrd="1" destOrd="0" presId="urn:microsoft.com/office/officeart/2026/layout/SmallDotsVertical"/>
    <dgm:cxn modelId="{042BCD1E-5315-4A79-97B0-B34C61F81C33}" type="presParOf" srcId="{1D94C94E-54CC-4520-BDD7-ACD6D509D008}" destId="{A415E394-BB93-4418-84C5-56ECE87CF4D6}" srcOrd="2" destOrd="0" presId="urn:microsoft.com/office/officeart/2026/layout/SmallDotsVertical"/>
    <dgm:cxn modelId="{806B1A81-FC83-4CA9-AC5E-21F7F2DEDBB4}" type="presParOf" srcId="{1D94C94E-54CC-4520-BDD7-ACD6D509D008}" destId="{49F20DA8-9CC7-4645-8CE3-B412E395BDB1}" srcOrd="3" destOrd="0" presId="urn:microsoft.com/office/officeart/2026/layout/SmallDotsVertical"/>
    <dgm:cxn modelId="{0B243A66-EEEF-48D1-8911-04EF0244E52D}" type="presParOf" srcId="{A9C895CC-967E-49E1-ACD8-ED781F9F83FE}" destId="{8DB22483-C406-4A82-B076-0361BF767A73}" srcOrd="9" destOrd="0" presId="urn:microsoft.com/office/officeart/2026/layout/SmallDotsVertical"/>
    <dgm:cxn modelId="{A5238CA0-AE1C-4612-B804-479020BB41A3}" type="presParOf" srcId="{A9C895CC-967E-49E1-ACD8-ED781F9F83FE}" destId="{BD35FA24-1000-4DE3-A6A1-F0A342FFC6A1}" srcOrd="10" destOrd="0" presId="urn:microsoft.com/office/officeart/2026/layout/SmallDotsVertical"/>
    <dgm:cxn modelId="{6448417F-7FE5-489A-B9CA-68BDF7418585}" type="presParOf" srcId="{BD35FA24-1000-4DE3-A6A1-F0A342FFC6A1}" destId="{7408270D-B0B6-47DA-A1A6-72C989462BD0}" srcOrd="0" destOrd="0" presId="urn:microsoft.com/office/officeart/2026/layout/SmallDotsVertical"/>
    <dgm:cxn modelId="{BBEBB284-EC3B-4E3E-BBC6-1865D8A39A52}" type="presParOf" srcId="{BD35FA24-1000-4DE3-A6A1-F0A342FFC6A1}" destId="{C939D930-7DE2-4688-9A76-070F1E50A856}" srcOrd="1" destOrd="0" presId="urn:microsoft.com/office/officeart/2026/layout/SmallDotsVertical"/>
    <dgm:cxn modelId="{C0505CE4-1725-48E4-9BFA-6EEEF3E8D144}" type="presParOf" srcId="{BD35FA24-1000-4DE3-A6A1-F0A342FFC6A1}" destId="{145A5981-106D-486C-AC07-A49C82631306}" srcOrd="2" destOrd="0" presId="urn:microsoft.com/office/officeart/2026/layout/SmallDotsVertical"/>
    <dgm:cxn modelId="{22981C0D-7BB6-4FAB-B201-CB57FA0491A2}" type="presParOf" srcId="{BD35FA24-1000-4DE3-A6A1-F0A342FFC6A1}" destId="{84129615-141B-4FD8-B9E9-2B9DA84A56D3}" srcOrd="3" destOrd="0" presId="urn:microsoft.com/office/officeart/2026/layout/SmallDotsVertical"/>
    <dgm:cxn modelId="{BE91E2F4-3EBA-4C37-BC53-A516C2CE6ED9}" type="presParOf" srcId="{A9C895CC-967E-49E1-ACD8-ED781F9F83FE}" destId="{73A3233E-6D20-477A-B3AF-065477E180C2}" srcOrd="11" destOrd="0" presId="urn:microsoft.com/office/officeart/2026/layout/SmallDotsVertical"/>
    <dgm:cxn modelId="{61BDA2AF-4D45-4878-9F86-E19C6C21A449}" type="presParOf" srcId="{A9C895CC-967E-49E1-ACD8-ED781F9F83FE}" destId="{CB1B2441-DCA6-4BD3-AA6D-737295DEE19C}" srcOrd="12" destOrd="0" presId="urn:microsoft.com/office/officeart/2026/layout/SmallDotsVertical"/>
    <dgm:cxn modelId="{990F5ECF-459D-470F-8AD9-D0ADDD84740C}" type="presParOf" srcId="{CB1B2441-DCA6-4BD3-AA6D-737295DEE19C}" destId="{86F74D11-4802-469A-80FF-49C7C9251906}" srcOrd="0" destOrd="0" presId="urn:microsoft.com/office/officeart/2026/layout/SmallDotsVertical"/>
    <dgm:cxn modelId="{672F8342-8A96-4CBB-BAD0-6E99A4E8C145}" type="presParOf" srcId="{CB1B2441-DCA6-4BD3-AA6D-737295DEE19C}" destId="{8A90188A-774C-4E06-99E9-154F039412F7}" srcOrd="1" destOrd="0" presId="urn:microsoft.com/office/officeart/2026/layout/SmallDotsVertical"/>
    <dgm:cxn modelId="{CDBB8607-D485-45A3-9976-36C55D552C2F}" type="presParOf" srcId="{CB1B2441-DCA6-4BD3-AA6D-737295DEE19C}" destId="{B7A2ABEF-86B2-4063-8E10-A921670769B2}" srcOrd="2" destOrd="0" presId="urn:microsoft.com/office/officeart/2026/layout/SmallDotsVertical"/>
    <dgm:cxn modelId="{6745850E-195A-4330-9597-E9747662754B}" type="presParOf" srcId="{CB1B2441-DCA6-4BD3-AA6D-737295DEE19C}" destId="{C0D9A7A1-A5DE-4656-BC91-579AFEE17750}" srcOrd="3" destOrd="0" presId="urn:microsoft.com/office/officeart/2026/layout/SmallDotsVertical"/>
    <dgm:cxn modelId="{41EB90FA-2786-453E-9BCE-9B9B99377E13}" type="presParOf" srcId="{A9C895CC-967E-49E1-ACD8-ED781F9F83FE}" destId="{EC1F5BF9-18D3-4FB4-9771-F00951CDD685}" srcOrd="13" destOrd="0" presId="urn:microsoft.com/office/officeart/2026/layout/SmallDotsVertical"/>
    <dgm:cxn modelId="{997F600F-64CA-4943-A917-DE061A2D24CB}" type="presParOf" srcId="{A9C895CC-967E-49E1-ACD8-ED781F9F83FE}" destId="{649710B3-0277-41D2-8099-58CD3943D766}" srcOrd="14" destOrd="0" presId="urn:microsoft.com/office/officeart/2026/layout/SmallDotsVertical"/>
    <dgm:cxn modelId="{96178513-EA7E-475E-B68D-4F312C77117F}" type="presParOf" srcId="{649710B3-0277-41D2-8099-58CD3943D766}" destId="{74589B4A-B849-41EC-A3B3-E35D3CC46073}" srcOrd="0" destOrd="0" presId="urn:microsoft.com/office/officeart/2026/layout/SmallDotsVertical"/>
    <dgm:cxn modelId="{407745AC-09B3-41D4-B828-D793CA5F113F}" type="presParOf" srcId="{649710B3-0277-41D2-8099-58CD3943D766}" destId="{75589B1B-AEB9-480F-BCCF-A01E546CC6AB}" srcOrd="1" destOrd="0" presId="urn:microsoft.com/office/officeart/2026/layout/SmallDotsVertical"/>
    <dgm:cxn modelId="{7D655629-2DDF-4B9C-B0EE-3378A5F4EB71}" type="presParOf" srcId="{649710B3-0277-41D2-8099-58CD3943D766}" destId="{5AB54703-D969-42DA-B2B4-49204DBDA38E}" srcOrd="2" destOrd="0" presId="urn:microsoft.com/office/officeart/2026/layout/SmallDotsVertical"/>
    <dgm:cxn modelId="{9F72A254-CAD5-44CA-A249-15D8CF133A18}" type="presParOf" srcId="{649710B3-0277-41D2-8099-58CD3943D766}" destId="{23B04258-78AD-40DA-8E80-0A0B5F78C2CA}" srcOrd="3" destOrd="0" presId="urn:microsoft.com/office/officeart/2026/layout/SmallDotsVertical"/>
    <dgm:cxn modelId="{6DE233BF-BE0C-4376-96C6-730F4447BEAE}" type="presParOf" srcId="{A9C895CC-967E-49E1-ACD8-ED781F9F83FE}" destId="{4863E123-0DB2-4B9C-A88F-53A0D3F1D7AF}" srcOrd="15" destOrd="0" presId="urn:microsoft.com/office/officeart/2026/layout/SmallDotsVertical"/>
    <dgm:cxn modelId="{134F01C3-88E3-4A0C-92A4-012C72FFC270}" type="presParOf" srcId="{A9C895CC-967E-49E1-ACD8-ED781F9F83FE}" destId="{CCA2DDA2-F595-497F-809C-8D747B3116EC}" srcOrd="16" destOrd="0" presId="urn:microsoft.com/office/officeart/2026/layout/SmallDotsVertical"/>
    <dgm:cxn modelId="{2EBDFFF4-18CA-4850-B545-D08A867B2EEA}" type="presParOf" srcId="{CCA2DDA2-F595-497F-809C-8D747B3116EC}" destId="{AF9B7676-CEE5-4DA7-A1A9-5D67946CD1F0}" srcOrd="0" destOrd="0" presId="urn:microsoft.com/office/officeart/2026/layout/SmallDotsVertical"/>
    <dgm:cxn modelId="{282A5DEA-99DC-45B8-B9E3-3EF403470730}" type="presParOf" srcId="{CCA2DDA2-F595-497F-809C-8D747B3116EC}" destId="{C1DC7D20-8F1D-4AB4-A750-A3DD95F30698}" srcOrd="1" destOrd="0" presId="urn:microsoft.com/office/officeart/2026/layout/SmallDotsVertical"/>
    <dgm:cxn modelId="{CFE5E76E-F467-438A-AB6C-6240A538B94B}" type="presParOf" srcId="{CCA2DDA2-F595-497F-809C-8D747B3116EC}" destId="{5BB14454-0A66-42B1-AC91-D908981D5FB9}" srcOrd="2" destOrd="0" presId="urn:microsoft.com/office/officeart/2026/layout/SmallDotsVertical"/>
    <dgm:cxn modelId="{D90AA42A-3BEE-4EC7-9F6B-B04BB40C6CD6}" type="presParOf" srcId="{CCA2DDA2-F595-497F-809C-8D747B3116EC}" destId="{5A43C000-D1C8-4139-9C70-25D8A6CE4565}" srcOrd="3" destOrd="0" presId="urn:microsoft.com/office/officeart/2026/layout/SmallDotsVertical"/>
    <dgm:cxn modelId="{54402DBA-3821-4C5E-B2FE-BE13FA18C4A5}" type="presParOf" srcId="{A9C895CC-967E-49E1-ACD8-ED781F9F83FE}" destId="{75F0506B-EDC2-48EF-8A16-89B548848236}" srcOrd="17" destOrd="0" presId="urn:microsoft.com/office/officeart/2026/layout/SmallDotsVertical"/>
    <dgm:cxn modelId="{8A1F6947-E98B-46CA-9B56-082173B7C05A}" type="presParOf" srcId="{A9C895CC-967E-49E1-ACD8-ED781F9F83FE}" destId="{6BA1B444-607A-4249-AF25-09EA19A7939F}" srcOrd="18" destOrd="0" presId="urn:microsoft.com/office/officeart/2026/layout/SmallDotsVertical"/>
    <dgm:cxn modelId="{980A6CCE-A921-45AE-845F-445A2C99CA70}" type="presParOf" srcId="{6BA1B444-607A-4249-AF25-09EA19A7939F}" destId="{663895F3-F767-4B4E-98EC-880465D19A02}" srcOrd="0" destOrd="0" presId="urn:microsoft.com/office/officeart/2026/layout/SmallDotsVertical"/>
    <dgm:cxn modelId="{C9D918C7-7F64-455C-8E7C-E14E381843C4}" type="presParOf" srcId="{6BA1B444-607A-4249-AF25-09EA19A7939F}" destId="{C8D13131-BF94-49AD-8ADC-3DD27A92118D}" srcOrd="1" destOrd="0" presId="urn:microsoft.com/office/officeart/2026/layout/SmallDotsVertical"/>
    <dgm:cxn modelId="{D40A88B8-26AE-46FD-90A1-7F7736E11F51}" type="presParOf" srcId="{6BA1B444-607A-4249-AF25-09EA19A7939F}" destId="{4D0B7404-D6E4-4B55-A997-1D586BF58EEC}" srcOrd="2" destOrd="0" presId="urn:microsoft.com/office/officeart/2026/layout/SmallDotsVertical"/>
    <dgm:cxn modelId="{AFD0BDBE-08B2-4CD0-B808-265BDD6B592A}" type="presParOf" srcId="{6BA1B444-607A-4249-AF25-09EA19A7939F}" destId="{058BACB8-2CD0-48F6-B040-8D00A388CEE6}" srcOrd="3" destOrd="0" presId="urn:microsoft.com/office/officeart/2026/layout/SmallDotsVertical"/>
    <dgm:cxn modelId="{B576DD72-B5A4-4CD6-B63D-5B6B3439B57D}" type="presParOf" srcId="{A9C895CC-967E-49E1-ACD8-ED781F9F83FE}" destId="{46985075-0B65-4486-A78F-8BCB666A3FB5}" srcOrd="19" destOrd="0" presId="urn:microsoft.com/office/officeart/2026/layout/SmallDotsVertical"/>
    <dgm:cxn modelId="{BDC8D34C-0306-43BF-9619-F545810AAA9F}" type="presParOf" srcId="{A9C895CC-967E-49E1-ACD8-ED781F9F83FE}" destId="{E53FC651-C900-481F-BAF5-0D8EBF626615}" srcOrd="20" destOrd="0" presId="urn:microsoft.com/office/officeart/2026/layout/SmallDotsVertical"/>
    <dgm:cxn modelId="{1421B84F-C631-4B37-93B0-3021CDEBB2C3}" type="presParOf" srcId="{E53FC651-C900-481F-BAF5-0D8EBF626615}" destId="{754A442A-553D-4BD3-9B94-6DC3FF3FC85B}" srcOrd="0" destOrd="0" presId="urn:microsoft.com/office/officeart/2026/layout/SmallDotsVertical"/>
    <dgm:cxn modelId="{B1BE4269-BBFC-4746-BC26-7539C4916095}" type="presParOf" srcId="{E53FC651-C900-481F-BAF5-0D8EBF626615}" destId="{5A00CDDA-5FD8-424C-B0D0-7F798C0C1F18}" srcOrd="1" destOrd="0" presId="urn:microsoft.com/office/officeart/2026/layout/SmallDotsVertical"/>
    <dgm:cxn modelId="{4A10CB9E-F068-4B27-93DB-0504B25C6AA1}" type="presParOf" srcId="{E53FC651-C900-481F-BAF5-0D8EBF626615}" destId="{2A9F3A28-8765-4767-9763-787D37FE6901}" srcOrd="2" destOrd="0" presId="urn:microsoft.com/office/officeart/2026/layout/SmallDotsVertical"/>
    <dgm:cxn modelId="{C436BB37-14FB-4C00-A217-3601892E520A}" type="presParOf" srcId="{E53FC651-C900-481F-BAF5-0D8EBF626615}" destId="{28C18552-CC9A-4912-931C-94154C61A9C6}" srcOrd="3" destOrd="0" presId="urn:microsoft.com/office/officeart/2026/layout/SmallDotsVertical"/>
    <dgm:cxn modelId="{E0447BE0-B6E0-44B5-91AF-00662CEBEDC8}" type="presParOf" srcId="{A9C895CC-967E-49E1-ACD8-ED781F9F83FE}" destId="{ED3A60C9-E012-4385-A875-527A03385E40}" srcOrd="21" destOrd="0" presId="urn:microsoft.com/office/officeart/2026/layout/SmallDotsVertical"/>
    <dgm:cxn modelId="{F6521F60-2CBA-4D24-BAA9-C90C06833A10}" type="presParOf" srcId="{A9C895CC-967E-49E1-ACD8-ED781F9F83FE}" destId="{B07C2115-63BF-428A-9B9C-054CB57E3F5C}" srcOrd="22" destOrd="0" presId="urn:microsoft.com/office/officeart/2026/layout/SmallDotsVertical"/>
    <dgm:cxn modelId="{B8DA5A6D-3201-4867-B16E-EBB613C16EC7}" type="presParOf" srcId="{B07C2115-63BF-428A-9B9C-054CB57E3F5C}" destId="{04B1F868-909F-4AC5-AA62-64CAFE3FE5B8}" srcOrd="0" destOrd="0" presId="urn:microsoft.com/office/officeart/2026/layout/SmallDotsVertical"/>
    <dgm:cxn modelId="{E369A489-9780-41CE-8A41-88085FB03869}" type="presParOf" srcId="{B07C2115-63BF-428A-9B9C-054CB57E3F5C}" destId="{90690912-56F0-4D1D-BEAC-0F15CC5B3075}" srcOrd="1" destOrd="0" presId="urn:microsoft.com/office/officeart/2026/layout/SmallDotsVertical"/>
    <dgm:cxn modelId="{CD4B9580-2C20-45F4-BA95-082ACF080BD5}" type="presParOf" srcId="{B07C2115-63BF-428A-9B9C-054CB57E3F5C}" destId="{53D49C94-97D9-4A59-8EEB-CFB612059CFB}" srcOrd="2" destOrd="0" presId="urn:microsoft.com/office/officeart/2026/layout/SmallDotsVertical"/>
    <dgm:cxn modelId="{E5CC8735-486C-4DCE-A4BC-A38D7D866605}" type="presParOf" srcId="{B07C2115-63BF-428A-9B9C-054CB57E3F5C}" destId="{A6C4F91C-FF0A-4496-A656-9F08FE8DEFB8}" srcOrd="3" destOrd="0" presId="urn:microsoft.com/office/officeart/2026/layout/SmallDotsVertical"/>
    <dgm:cxn modelId="{B59C4691-3FD6-4F90-BB25-3704BEA2BCD4}" type="presParOf" srcId="{A9C895CC-967E-49E1-ACD8-ED781F9F83FE}" destId="{296C6FCC-A39E-4DA3-9D62-16E974068457}" srcOrd="23" destOrd="0" presId="urn:microsoft.com/office/officeart/2026/layout/SmallDotsVertical"/>
    <dgm:cxn modelId="{F0ADC941-198C-4C37-AE51-FD58631D1B5F}" type="presParOf" srcId="{A9C895CC-967E-49E1-ACD8-ED781F9F83FE}" destId="{127051FE-B4A1-457F-99E1-B48BAF5B75FF}" srcOrd="24" destOrd="0" presId="urn:microsoft.com/office/officeart/2026/layout/SmallDotsVertical"/>
    <dgm:cxn modelId="{AF36A359-FE88-4CAC-A781-B2F1EC714CEF}" type="presParOf" srcId="{127051FE-B4A1-457F-99E1-B48BAF5B75FF}" destId="{9D8B0347-BCC0-40FE-9401-A1DC56612C19}" srcOrd="0" destOrd="0" presId="urn:microsoft.com/office/officeart/2026/layout/SmallDotsVertical"/>
    <dgm:cxn modelId="{810C141B-BBEB-4FAB-9D19-753FF4CCE8CF}" type="presParOf" srcId="{127051FE-B4A1-457F-99E1-B48BAF5B75FF}" destId="{98D72D3C-3FF9-40E4-9010-84B3B3842393}" srcOrd="1" destOrd="0" presId="urn:microsoft.com/office/officeart/2026/layout/SmallDotsVertical"/>
    <dgm:cxn modelId="{97FE153A-D8FE-465E-A8C2-1585860D9AB0}" type="presParOf" srcId="{127051FE-B4A1-457F-99E1-B48BAF5B75FF}" destId="{D1F34B9A-8714-4CCF-A6F2-2E4D44811434}" srcOrd="2" destOrd="0" presId="urn:microsoft.com/office/officeart/2026/layout/SmallDotsVertical"/>
    <dgm:cxn modelId="{132D9519-AFD4-47DD-A958-F0F35F1A01D8}" type="presParOf" srcId="{127051FE-B4A1-457F-99E1-B48BAF5B75FF}" destId="{87E9EAFE-1D43-49BA-80C0-416CCFDE42BF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F56904-6A0C-4C93-98F6-1858E33EA51C}" type="doc">
      <dgm:prSet loTypeId="urn:microsoft.com/office/officeart/2008/layout/LinedList" loCatId="list" qsTypeId="urn:microsoft.com/office/officeart/2005/8/quickstyle/simple5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AD88C8C3-55F4-4391-9D53-F124C137F190}">
      <dgm:prSet/>
      <dgm:spPr/>
      <dgm:t>
        <a:bodyPr/>
        <a:lstStyle/>
        <a:p>
          <a:pPr algn="ctr"/>
          <a:r>
            <a:rPr lang="en-IN" dirty="0"/>
            <a:t>Dataset Collection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Loading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Initial Exploration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Cleaning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Preprocessing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Exploratory Data Analysis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Statistical Analysis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Visualization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Insights &amp; Conclusion</a:t>
          </a:r>
        </a:p>
      </dgm:t>
    </dgm:pt>
    <dgm:pt modelId="{6315DD75-E866-4470-B916-C886D678B1AD}" type="parTrans" cxnId="{07E1A24C-01A1-4D1C-B352-D9F82581BC83}">
      <dgm:prSet/>
      <dgm:spPr/>
      <dgm:t>
        <a:bodyPr/>
        <a:lstStyle/>
        <a:p>
          <a:endParaRPr lang="en-IN"/>
        </a:p>
      </dgm:t>
    </dgm:pt>
    <dgm:pt modelId="{58259A22-E4F6-4BDD-96C0-22685F25249E}" type="sibTrans" cxnId="{07E1A24C-01A1-4D1C-B352-D9F82581BC83}">
      <dgm:prSet/>
      <dgm:spPr/>
      <dgm:t>
        <a:bodyPr/>
        <a:lstStyle/>
        <a:p>
          <a:endParaRPr lang="en-IN"/>
        </a:p>
      </dgm:t>
    </dgm:pt>
    <dgm:pt modelId="{1B7C4BA5-76B4-4120-81D6-139B9219DF32}" type="pres">
      <dgm:prSet presAssocID="{A2F56904-6A0C-4C93-98F6-1858E33EA51C}" presName="vert0" presStyleCnt="0">
        <dgm:presLayoutVars>
          <dgm:dir/>
          <dgm:animOne val="branch"/>
          <dgm:animLvl val="lvl"/>
        </dgm:presLayoutVars>
      </dgm:prSet>
      <dgm:spPr/>
    </dgm:pt>
    <dgm:pt modelId="{6C22CA8A-A824-434C-88F2-1315297E06F4}" type="pres">
      <dgm:prSet presAssocID="{AD88C8C3-55F4-4391-9D53-F124C137F190}" presName="thickLine" presStyleLbl="alignNode1" presStyleIdx="0" presStyleCnt="1"/>
      <dgm:spPr/>
    </dgm:pt>
    <dgm:pt modelId="{376176A1-9050-4A77-99D3-D4F32435176A}" type="pres">
      <dgm:prSet presAssocID="{AD88C8C3-55F4-4391-9D53-F124C137F190}" presName="horz1" presStyleCnt="0"/>
      <dgm:spPr/>
    </dgm:pt>
    <dgm:pt modelId="{A7A81DCF-CF14-427D-AD98-996A93628C06}" type="pres">
      <dgm:prSet presAssocID="{AD88C8C3-55F4-4391-9D53-F124C137F190}" presName="tx1" presStyleLbl="revTx" presStyleIdx="0" presStyleCnt="1"/>
      <dgm:spPr/>
    </dgm:pt>
    <dgm:pt modelId="{67EB4972-E877-40CB-B0E6-F25FF244F8D6}" type="pres">
      <dgm:prSet presAssocID="{AD88C8C3-55F4-4391-9D53-F124C137F190}" presName="vert1" presStyleCnt="0"/>
      <dgm:spPr/>
    </dgm:pt>
  </dgm:ptLst>
  <dgm:cxnLst>
    <dgm:cxn modelId="{E8DB4C1A-D42B-4981-9359-99D27DFC1982}" type="presOf" srcId="{A2F56904-6A0C-4C93-98F6-1858E33EA51C}" destId="{1B7C4BA5-76B4-4120-81D6-139B9219DF32}" srcOrd="0" destOrd="0" presId="urn:microsoft.com/office/officeart/2008/layout/LinedList"/>
    <dgm:cxn modelId="{07E1A24C-01A1-4D1C-B352-D9F82581BC83}" srcId="{A2F56904-6A0C-4C93-98F6-1858E33EA51C}" destId="{AD88C8C3-55F4-4391-9D53-F124C137F190}" srcOrd="0" destOrd="0" parTransId="{6315DD75-E866-4470-B916-C886D678B1AD}" sibTransId="{58259A22-E4F6-4BDD-96C0-22685F25249E}"/>
    <dgm:cxn modelId="{9208D0F0-A265-463E-ADA2-EC0A89334F60}" type="presOf" srcId="{AD88C8C3-55F4-4391-9D53-F124C137F190}" destId="{A7A81DCF-CF14-427D-AD98-996A93628C06}" srcOrd="0" destOrd="0" presId="urn:microsoft.com/office/officeart/2008/layout/LinedList"/>
    <dgm:cxn modelId="{C4F40E47-6FE6-44D8-836A-9F89B4141225}" type="presParOf" srcId="{1B7C4BA5-76B4-4120-81D6-139B9219DF32}" destId="{6C22CA8A-A824-434C-88F2-1315297E06F4}" srcOrd="0" destOrd="0" presId="urn:microsoft.com/office/officeart/2008/layout/LinedList"/>
    <dgm:cxn modelId="{CBD9A771-2C02-4313-A6B2-D40DA2BB4CD1}" type="presParOf" srcId="{1B7C4BA5-76B4-4120-81D6-139B9219DF32}" destId="{376176A1-9050-4A77-99D3-D4F32435176A}" srcOrd="1" destOrd="0" presId="urn:microsoft.com/office/officeart/2008/layout/LinedList"/>
    <dgm:cxn modelId="{0283052E-9A1C-4C57-8E2F-1CF003FF4625}" type="presParOf" srcId="{376176A1-9050-4A77-99D3-D4F32435176A}" destId="{A7A81DCF-CF14-427D-AD98-996A93628C06}" srcOrd="0" destOrd="0" presId="urn:microsoft.com/office/officeart/2008/layout/LinedList"/>
    <dgm:cxn modelId="{5ADE52CC-A895-4E47-8A03-C8A32B54E1C4}" type="presParOf" srcId="{376176A1-9050-4A77-99D3-D4F32435176A}" destId="{67EB4972-E877-40CB-B0E6-F25FF244F8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30168-B587-4D47-9E76-0C03DCECA51B}">
      <dsp:nvSpPr>
        <dsp:cNvPr id="0" name=""/>
        <dsp:cNvSpPr/>
      </dsp:nvSpPr>
      <dsp:spPr>
        <a:xfrm>
          <a:off x="2345" y="0"/>
          <a:ext cx="5002638" cy="646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Our Approach</a:t>
          </a:r>
          <a:endParaRPr lang="en-IN" sz="1700" kern="1200"/>
        </a:p>
      </dsp:txBody>
      <dsp:txXfrm>
        <a:off x="21275" y="18930"/>
        <a:ext cx="4964778" cy="608471"/>
      </dsp:txXfrm>
    </dsp:sp>
    <dsp:sp modelId="{19B533D3-EBCD-4E14-95F3-F70C50F1D353}">
      <dsp:nvSpPr>
        <dsp:cNvPr id="0" name=""/>
        <dsp:cNvSpPr/>
      </dsp:nvSpPr>
      <dsp:spPr>
        <a:xfrm>
          <a:off x="5505248" y="0"/>
          <a:ext cx="1060559" cy="6463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505248" y="129266"/>
        <a:ext cx="866660" cy="387799"/>
      </dsp:txXfrm>
    </dsp:sp>
    <dsp:sp modelId="{A090E3F4-0C8F-473F-9A47-10144F000E67}">
      <dsp:nvSpPr>
        <dsp:cNvPr id="0" name=""/>
        <dsp:cNvSpPr/>
      </dsp:nvSpPr>
      <dsp:spPr>
        <a:xfrm>
          <a:off x="7006040" y="0"/>
          <a:ext cx="5002638" cy="646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Raw Data → Clean Data → Explore → Analyse → Visualize → Interpret</a:t>
          </a:r>
          <a:endParaRPr lang="en-IN" sz="1700" kern="1200" dirty="0"/>
        </a:p>
      </dsp:txBody>
      <dsp:txXfrm>
        <a:off x="7024970" y="18930"/>
        <a:ext cx="4964778" cy="6084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726E0-4F9C-44F5-84AB-1978FE334CA5}">
      <dsp:nvSpPr>
        <dsp:cNvPr id="0" name=""/>
        <dsp:cNvSpPr/>
      </dsp:nvSpPr>
      <dsp:spPr>
        <a:xfrm>
          <a:off x="2133066" y="85105"/>
          <a:ext cx="12401" cy="4085082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81FFE21-B63E-4BE6-85E4-14458B9D0482}">
      <dsp:nvSpPr>
        <dsp:cNvPr id="0" name=""/>
        <dsp:cNvSpPr/>
      </dsp:nvSpPr>
      <dsp:spPr>
        <a:xfrm>
          <a:off x="0" y="87341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68580" bIns="1143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800" kern="1200" dirty="0"/>
            <a:t>Dataset</a:t>
          </a:r>
        </a:p>
      </dsp:txBody>
      <dsp:txXfrm>
        <a:off x="0" y="87341"/>
        <a:ext cx="1934641" cy="265789"/>
      </dsp:txXfrm>
    </dsp:sp>
    <dsp:sp modelId="{56A14988-5F6C-4DAF-AA6F-02C3B1C7832B}">
      <dsp:nvSpPr>
        <dsp:cNvPr id="0" name=""/>
        <dsp:cNvSpPr/>
      </dsp:nvSpPr>
      <dsp:spPr>
        <a:xfrm>
          <a:off x="2120662" y="201631"/>
          <a:ext cx="37210" cy="372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F1544D-6C03-45E6-BCF3-6F71A3741094}">
      <dsp:nvSpPr>
        <dsp:cNvPr id="0" name=""/>
        <dsp:cNvSpPr/>
      </dsp:nvSpPr>
      <dsp:spPr>
        <a:xfrm>
          <a:off x="0" y="393000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393000"/>
        <a:ext cx="1934641" cy="265789"/>
      </dsp:txXfrm>
    </dsp:sp>
    <dsp:sp modelId="{1B5D746C-9F65-430E-9C99-9B8E643D813E}">
      <dsp:nvSpPr>
        <dsp:cNvPr id="0" name=""/>
        <dsp:cNvSpPr/>
      </dsp:nvSpPr>
      <dsp:spPr>
        <a:xfrm>
          <a:off x="2120662" y="507289"/>
          <a:ext cx="37210" cy="372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9670C6D-D3C1-4900-A6FB-645DDA5FB20D}">
      <dsp:nvSpPr>
        <dsp:cNvPr id="0" name=""/>
        <dsp:cNvSpPr/>
      </dsp:nvSpPr>
      <dsp:spPr>
        <a:xfrm>
          <a:off x="0" y="698658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 dirty="0"/>
            <a:t>Data Cleaning</a:t>
          </a:r>
        </a:p>
      </dsp:txBody>
      <dsp:txXfrm>
        <a:off x="0" y="698658"/>
        <a:ext cx="1934641" cy="265789"/>
      </dsp:txXfrm>
    </dsp:sp>
    <dsp:sp modelId="{226712E4-80A1-43F2-9197-0BDA469B3E47}">
      <dsp:nvSpPr>
        <dsp:cNvPr id="0" name=""/>
        <dsp:cNvSpPr/>
      </dsp:nvSpPr>
      <dsp:spPr>
        <a:xfrm>
          <a:off x="2120662" y="812947"/>
          <a:ext cx="37210" cy="372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CF3D67-3257-44F3-AC79-9AD3F2828CA8}">
      <dsp:nvSpPr>
        <dsp:cNvPr id="0" name=""/>
        <dsp:cNvSpPr/>
      </dsp:nvSpPr>
      <dsp:spPr>
        <a:xfrm>
          <a:off x="0" y="1004316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 dirty="0"/>
            <a:t>↓</a:t>
          </a:r>
        </a:p>
      </dsp:txBody>
      <dsp:txXfrm>
        <a:off x="0" y="1004316"/>
        <a:ext cx="1934641" cy="265789"/>
      </dsp:txXfrm>
    </dsp:sp>
    <dsp:sp modelId="{11B46087-20F5-43B2-807F-D4F5030AA4F0}">
      <dsp:nvSpPr>
        <dsp:cNvPr id="0" name=""/>
        <dsp:cNvSpPr/>
      </dsp:nvSpPr>
      <dsp:spPr>
        <a:xfrm>
          <a:off x="2120662" y="1118605"/>
          <a:ext cx="37210" cy="3721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A709E3-8B33-42EC-96D0-18898451D1DD}">
      <dsp:nvSpPr>
        <dsp:cNvPr id="0" name=""/>
        <dsp:cNvSpPr/>
      </dsp:nvSpPr>
      <dsp:spPr>
        <a:xfrm>
          <a:off x="0" y="1309974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EDA</a:t>
          </a:r>
        </a:p>
      </dsp:txBody>
      <dsp:txXfrm>
        <a:off x="0" y="1309974"/>
        <a:ext cx="1934641" cy="265789"/>
      </dsp:txXfrm>
    </dsp:sp>
    <dsp:sp modelId="{A415E394-BB93-4418-84C5-56ECE87CF4D6}">
      <dsp:nvSpPr>
        <dsp:cNvPr id="0" name=""/>
        <dsp:cNvSpPr/>
      </dsp:nvSpPr>
      <dsp:spPr>
        <a:xfrm>
          <a:off x="2120662" y="1424263"/>
          <a:ext cx="37210" cy="3721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39D930-7DE2-4688-9A76-070F1E50A856}">
      <dsp:nvSpPr>
        <dsp:cNvPr id="0" name=""/>
        <dsp:cNvSpPr/>
      </dsp:nvSpPr>
      <dsp:spPr>
        <a:xfrm>
          <a:off x="0" y="1615632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1615632"/>
        <a:ext cx="1934641" cy="265789"/>
      </dsp:txXfrm>
    </dsp:sp>
    <dsp:sp modelId="{145A5981-106D-486C-AC07-A49C82631306}">
      <dsp:nvSpPr>
        <dsp:cNvPr id="0" name=""/>
        <dsp:cNvSpPr/>
      </dsp:nvSpPr>
      <dsp:spPr>
        <a:xfrm>
          <a:off x="2120662" y="1729922"/>
          <a:ext cx="37210" cy="372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A90188A-774C-4E06-99E9-154F039412F7}">
      <dsp:nvSpPr>
        <dsp:cNvPr id="0" name=""/>
        <dsp:cNvSpPr/>
      </dsp:nvSpPr>
      <dsp:spPr>
        <a:xfrm>
          <a:off x="0" y="1921290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Statistical Analysis</a:t>
          </a:r>
        </a:p>
      </dsp:txBody>
      <dsp:txXfrm>
        <a:off x="0" y="1921290"/>
        <a:ext cx="1934641" cy="265789"/>
      </dsp:txXfrm>
    </dsp:sp>
    <dsp:sp modelId="{B7A2ABEF-86B2-4063-8E10-A921670769B2}">
      <dsp:nvSpPr>
        <dsp:cNvPr id="0" name=""/>
        <dsp:cNvSpPr/>
      </dsp:nvSpPr>
      <dsp:spPr>
        <a:xfrm>
          <a:off x="2120662" y="2035580"/>
          <a:ext cx="37210" cy="372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589B1B-AEB9-480F-BCCF-A01E546CC6AB}">
      <dsp:nvSpPr>
        <dsp:cNvPr id="0" name=""/>
        <dsp:cNvSpPr/>
      </dsp:nvSpPr>
      <dsp:spPr>
        <a:xfrm>
          <a:off x="0" y="2226948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 dirty="0"/>
            <a:t>↓</a:t>
          </a:r>
        </a:p>
      </dsp:txBody>
      <dsp:txXfrm>
        <a:off x="0" y="2226948"/>
        <a:ext cx="1934641" cy="265789"/>
      </dsp:txXfrm>
    </dsp:sp>
    <dsp:sp modelId="{5AB54703-D969-42DA-B2B4-49204DBDA38E}">
      <dsp:nvSpPr>
        <dsp:cNvPr id="0" name=""/>
        <dsp:cNvSpPr/>
      </dsp:nvSpPr>
      <dsp:spPr>
        <a:xfrm>
          <a:off x="2120662" y="2341238"/>
          <a:ext cx="37210" cy="372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1DC7D20-8F1D-4AB4-A750-A3DD95F30698}">
      <dsp:nvSpPr>
        <dsp:cNvPr id="0" name=""/>
        <dsp:cNvSpPr/>
      </dsp:nvSpPr>
      <dsp:spPr>
        <a:xfrm>
          <a:off x="0" y="2532606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Visualization</a:t>
          </a:r>
        </a:p>
      </dsp:txBody>
      <dsp:txXfrm>
        <a:off x="0" y="2532606"/>
        <a:ext cx="1934641" cy="265789"/>
      </dsp:txXfrm>
    </dsp:sp>
    <dsp:sp modelId="{5BB14454-0A66-42B1-AC91-D908981D5FB9}">
      <dsp:nvSpPr>
        <dsp:cNvPr id="0" name=""/>
        <dsp:cNvSpPr/>
      </dsp:nvSpPr>
      <dsp:spPr>
        <a:xfrm>
          <a:off x="2120662" y="2646896"/>
          <a:ext cx="37210" cy="3721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8D13131-BF94-49AD-8ADC-3DD27A92118D}">
      <dsp:nvSpPr>
        <dsp:cNvPr id="0" name=""/>
        <dsp:cNvSpPr/>
      </dsp:nvSpPr>
      <dsp:spPr>
        <a:xfrm>
          <a:off x="0" y="2838264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2838264"/>
        <a:ext cx="1934641" cy="265789"/>
      </dsp:txXfrm>
    </dsp:sp>
    <dsp:sp modelId="{4D0B7404-D6E4-4B55-A997-1D586BF58EEC}">
      <dsp:nvSpPr>
        <dsp:cNvPr id="0" name=""/>
        <dsp:cNvSpPr/>
      </dsp:nvSpPr>
      <dsp:spPr>
        <a:xfrm>
          <a:off x="2120662" y="2952554"/>
          <a:ext cx="37210" cy="3721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A00CDDA-5FD8-424C-B0D0-7F798C0C1F18}">
      <dsp:nvSpPr>
        <dsp:cNvPr id="0" name=""/>
        <dsp:cNvSpPr/>
      </dsp:nvSpPr>
      <dsp:spPr>
        <a:xfrm>
          <a:off x="0" y="3143922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Insights</a:t>
          </a:r>
        </a:p>
      </dsp:txBody>
      <dsp:txXfrm>
        <a:off x="0" y="3143922"/>
        <a:ext cx="1934641" cy="265789"/>
      </dsp:txXfrm>
    </dsp:sp>
    <dsp:sp modelId="{2A9F3A28-8765-4767-9763-787D37FE6901}">
      <dsp:nvSpPr>
        <dsp:cNvPr id="0" name=""/>
        <dsp:cNvSpPr/>
      </dsp:nvSpPr>
      <dsp:spPr>
        <a:xfrm>
          <a:off x="2120662" y="3258212"/>
          <a:ext cx="37210" cy="372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690912-56F0-4D1D-BEAC-0F15CC5B3075}">
      <dsp:nvSpPr>
        <dsp:cNvPr id="0" name=""/>
        <dsp:cNvSpPr/>
      </dsp:nvSpPr>
      <dsp:spPr>
        <a:xfrm>
          <a:off x="0" y="3449581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3449581"/>
        <a:ext cx="1934641" cy="265789"/>
      </dsp:txXfrm>
    </dsp:sp>
    <dsp:sp modelId="{53D49C94-97D9-4A59-8EEB-CFB612059CFB}">
      <dsp:nvSpPr>
        <dsp:cNvPr id="0" name=""/>
        <dsp:cNvSpPr/>
      </dsp:nvSpPr>
      <dsp:spPr>
        <a:xfrm>
          <a:off x="2120662" y="3563870"/>
          <a:ext cx="37210" cy="372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8D72D3C-3FF9-40E4-9010-84B3B3842393}">
      <dsp:nvSpPr>
        <dsp:cNvPr id="0" name=""/>
        <dsp:cNvSpPr/>
      </dsp:nvSpPr>
      <dsp:spPr>
        <a:xfrm>
          <a:off x="342953" y="3721029"/>
          <a:ext cx="1570851" cy="4127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 Conclusion</a:t>
          </a:r>
        </a:p>
      </dsp:txBody>
      <dsp:txXfrm>
        <a:off x="342953" y="3721029"/>
        <a:ext cx="1570851" cy="412712"/>
      </dsp:txXfrm>
    </dsp:sp>
    <dsp:sp modelId="{D1F34B9A-8714-4CCF-A6F2-2E4D44811434}">
      <dsp:nvSpPr>
        <dsp:cNvPr id="0" name=""/>
        <dsp:cNvSpPr/>
      </dsp:nvSpPr>
      <dsp:spPr>
        <a:xfrm>
          <a:off x="2120662" y="3942990"/>
          <a:ext cx="37210" cy="372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2CA8A-A824-434C-88F2-1315297E06F4}">
      <dsp:nvSpPr>
        <dsp:cNvPr id="0" name=""/>
        <dsp:cNvSpPr/>
      </dsp:nvSpPr>
      <dsp:spPr>
        <a:xfrm>
          <a:off x="0" y="0"/>
          <a:ext cx="405489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A81DCF-CF14-427D-AD98-996A93628C06}">
      <dsp:nvSpPr>
        <dsp:cNvPr id="0" name=""/>
        <dsp:cNvSpPr/>
      </dsp:nvSpPr>
      <dsp:spPr>
        <a:xfrm>
          <a:off x="0" y="0"/>
          <a:ext cx="4054890" cy="4801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Dataset Collection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Loading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Initial Exploration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Cleaning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Preprocessing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Exploratory Data Analysis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Statistical Analysis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Visualization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Insights &amp; Conclusion</a:t>
          </a:r>
        </a:p>
      </dsp:txBody>
      <dsp:txXfrm>
        <a:off x="0" y="0"/>
        <a:ext cx="4054890" cy="4801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3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3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044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09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13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22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27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3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35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4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44" indent="0">
              <a:buNone/>
              <a:defRPr sz="2900" b="1"/>
            </a:lvl2pPr>
            <a:lvl3pPr marL="1306090" indent="0">
              <a:buNone/>
              <a:defRPr sz="2600" b="1"/>
            </a:lvl3pPr>
            <a:lvl4pPr marL="1959135" indent="0">
              <a:buNone/>
              <a:defRPr sz="2300" b="1"/>
            </a:lvl4pPr>
            <a:lvl5pPr marL="2612181" indent="0">
              <a:buNone/>
              <a:defRPr sz="2300" b="1"/>
            </a:lvl5pPr>
            <a:lvl6pPr marL="3265225" indent="0">
              <a:buNone/>
              <a:defRPr sz="2300" b="1"/>
            </a:lvl6pPr>
            <a:lvl7pPr marL="3918270" indent="0">
              <a:buNone/>
              <a:defRPr sz="2300" b="1"/>
            </a:lvl7pPr>
            <a:lvl8pPr marL="4571314" indent="0">
              <a:buNone/>
              <a:defRPr sz="2300" b="1"/>
            </a:lvl8pPr>
            <a:lvl9pPr marL="5224359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44" indent="0">
              <a:buNone/>
              <a:defRPr sz="2900" b="1"/>
            </a:lvl2pPr>
            <a:lvl3pPr marL="1306090" indent="0">
              <a:buNone/>
              <a:defRPr sz="2600" b="1"/>
            </a:lvl3pPr>
            <a:lvl4pPr marL="1959135" indent="0">
              <a:buNone/>
              <a:defRPr sz="2300" b="1"/>
            </a:lvl4pPr>
            <a:lvl5pPr marL="2612181" indent="0">
              <a:buNone/>
              <a:defRPr sz="2300" b="1"/>
            </a:lvl5pPr>
            <a:lvl6pPr marL="3265225" indent="0">
              <a:buNone/>
              <a:defRPr sz="2300" b="1"/>
            </a:lvl6pPr>
            <a:lvl7pPr marL="3918270" indent="0">
              <a:buNone/>
              <a:defRPr sz="2300" b="1"/>
            </a:lvl7pPr>
            <a:lvl8pPr marL="4571314" indent="0">
              <a:buNone/>
              <a:defRPr sz="2300" b="1"/>
            </a:lvl8pPr>
            <a:lvl9pPr marL="5224359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4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4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044" indent="0">
              <a:buNone/>
              <a:defRPr sz="1700"/>
            </a:lvl2pPr>
            <a:lvl3pPr marL="1306090" indent="0">
              <a:buNone/>
              <a:defRPr sz="1400"/>
            </a:lvl3pPr>
            <a:lvl4pPr marL="1959135" indent="0">
              <a:buNone/>
              <a:defRPr sz="1300"/>
            </a:lvl4pPr>
            <a:lvl5pPr marL="2612181" indent="0">
              <a:buNone/>
              <a:defRPr sz="1300"/>
            </a:lvl5pPr>
            <a:lvl6pPr marL="3265225" indent="0">
              <a:buNone/>
              <a:defRPr sz="1300"/>
            </a:lvl6pPr>
            <a:lvl7pPr marL="3918270" indent="0">
              <a:buNone/>
              <a:defRPr sz="1300"/>
            </a:lvl7pPr>
            <a:lvl8pPr marL="4571314" indent="0">
              <a:buNone/>
              <a:defRPr sz="1300"/>
            </a:lvl8pPr>
            <a:lvl9pPr marL="522435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044" indent="0">
              <a:buNone/>
              <a:defRPr sz="4000"/>
            </a:lvl2pPr>
            <a:lvl3pPr marL="1306090" indent="0">
              <a:buNone/>
              <a:defRPr sz="3400"/>
            </a:lvl3pPr>
            <a:lvl4pPr marL="1959135" indent="0">
              <a:buNone/>
              <a:defRPr sz="2900"/>
            </a:lvl4pPr>
            <a:lvl5pPr marL="2612181" indent="0">
              <a:buNone/>
              <a:defRPr sz="2900"/>
            </a:lvl5pPr>
            <a:lvl6pPr marL="3265225" indent="0">
              <a:buNone/>
              <a:defRPr sz="2900"/>
            </a:lvl6pPr>
            <a:lvl7pPr marL="3918270" indent="0">
              <a:buNone/>
              <a:defRPr sz="2900"/>
            </a:lvl7pPr>
            <a:lvl8pPr marL="4571314" indent="0">
              <a:buNone/>
              <a:defRPr sz="2900"/>
            </a:lvl8pPr>
            <a:lvl9pPr marL="5224359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044" indent="0">
              <a:buNone/>
              <a:defRPr sz="1700"/>
            </a:lvl2pPr>
            <a:lvl3pPr marL="1306090" indent="0">
              <a:buNone/>
              <a:defRPr sz="1400"/>
            </a:lvl3pPr>
            <a:lvl4pPr marL="1959135" indent="0">
              <a:buNone/>
              <a:defRPr sz="1300"/>
            </a:lvl4pPr>
            <a:lvl5pPr marL="2612181" indent="0">
              <a:buNone/>
              <a:defRPr sz="1300"/>
            </a:lvl5pPr>
            <a:lvl6pPr marL="3265225" indent="0">
              <a:buNone/>
              <a:defRPr sz="1300"/>
            </a:lvl6pPr>
            <a:lvl7pPr marL="3918270" indent="0">
              <a:buNone/>
              <a:defRPr sz="1300"/>
            </a:lvl7pPr>
            <a:lvl8pPr marL="4571314" indent="0">
              <a:buNone/>
              <a:defRPr sz="1300"/>
            </a:lvl8pPr>
            <a:lvl9pPr marL="522435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5" y="396240"/>
            <a:ext cx="15557499" cy="84258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09" tIns="65305" rIns="130609" bIns="653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09" tIns="65305" rIns="130609" bIns="653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3"/>
            <a:ext cx="46329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dt="0"/>
  <p:txStyles>
    <p:titleStyle>
      <a:lvl1pPr algn="ctr" defTabSz="130609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784" indent="-489784" algn="l" defTabSz="130609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198" indent="-408154" algn="l" defTabSz="130609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613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657" indent="-326522" algn="l" defTabSz="130609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702" indent="-326522" algn="l" defTabSz="130609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1746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4791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7837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0882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44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09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135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181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225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27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14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359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C6C0-94B4-71A3-0F3D-4E8331F73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4969" y="1381999"/>
            <a:ext cx="12336498" cy="119662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EC027-1E86-BE9A-D0FE-FC2AEDC6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22" y="129953"/>
            <a:ext cx="7446952" cy="1196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03CBD5-01A4-2D30-B5DF-D44FF4E81870}"/>
              </a:ext>
            </a:extLst>
          </p:cNvPr>
          <p:cNvSpPr txBox="1"/>
          <p:nvPr/>
        </p:nvSpPr>
        <p:spPr>
          <a:xfrm>
            <a:off x="5629313" y="2159348"/>
            <a:ext cx="4252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1354D-6783-0F83-9605-5522906A37EB}"/>
              </a:ext>
            </a:extLst>
          </p:cNvPr>
          <p:cNvSpPr txBox="1"/>
          <p:nvPr/>
        </p:nvSpPr>
        <p:spPr>
          <a:xfrm>
            <a:off x="680730" y="2517677"/>
            <a:ext cx="13268940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Bricolage Grotesque Bold"/>
                <a:cs typeface="Times New Roman" panose="02020603050405020304" pitchFamily="18" charset="0"/>
                <a:sym typeface="Bricolage Grotesque Bold"/>
              </a:rPr>
              <a:t>sleep health and lifestyle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60737-91A1-0B43-E64C-9A2D9E8D4E09}"/>
              </a:ext>
            </a:extLst>
          </p:cNvPr>
          <p:cNvSpPr txBox="1"/>
          <p:nvPr/>
        </p:nvSpPr>
        <p:spPr>
          <a:xfrm>
            <a:off x="3118802" y="3628012"/>
            <a:ext cx="8508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Presentation Format – Exploratory Data Analysis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1923D-E609-11A7-04A4-4D68F2CE8984}"/>
              </a:ext>
            </a:extLst>
          </p:cNvPr>
          <p:cNvSpPr txBox="1"/>
          <p:nvPr/>
        </p:nvSpPr>
        <p:spPr>
          <a:xfrm>
            <a:off x="6233846" y="4337089"/>
            <a:ext cx="2162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5E38-75D7-46A6-A584-66EE21C1D8D6}"/>
              </a:ext>
            </a:extLst>
          </p:cNvPr>
          <p:cNvSpPr txBox="1"/>
          <p:nvPr/>
        </p:nvSpPr>
        <p:spPr>
          <a:xfrm>
            <a:off x="3235102" y="4831191"/>
            <a:ext cx="831259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M.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pruthviraj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Srinivas (25B11CS534)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Tejeshwanth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(25B11CS254)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S. Bhavitha (25B11CS868)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K.Arun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kumar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(26B12CS104)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178B0-7EA2-3D14-DAAF-E57B4899258C}"/>
              </a:ext>
            </a:extLst>
          </p:cNvPr>
          <p:cNvSpPr txBox="1"/>
          <p:nvPr/>
        </p:nvSpPr>
        <p:spPr>
          <a:xfrm>
            <a:off x="4080405" y="6400886"/>
            <a:ext cx="7682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Mr. K. Ashok Teja, Assistant Professor, CSE Dept.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4626E5-C4C1-698D-94CA-304975AF27A9}"/>
              </a:ext>
            </a:extLst>
          </p:cNvPr>
          <p:cNvSpPr txBox="1"/>
          <p:nvPr/>
        </p:nvSpPr>
        <p:spPr>
          <a:xfrm>
            <a:off x="3373949" y="7177549"/>
            <a:ext cx="8782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99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2825258" y="3164513"/>
            <a:ext cx="6635466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v"/>
              <a:tabLst/>
            </a:pPr>
            <a:endParaRPr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14A47-BF3D-689D-7345-06953CF4F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7D402-FB45-D0A6-722F-5A0B9265E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974615-71B7-24B6-2AFF-4837A4255CEC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AA1AC-DB71-449B-934D-28F60D5CAFFC}"/>
              </a:ext>
            </a:extLst>
          </p:cNvPr>
          <p:cNvSpPr txBox="1"/>
          <p:nvPr/>
        </p:nvSpPr>
        <p:spPr>
          <a:xfrm>
            <a:off x="1971248" y="1543450"/>
            <a:ext cx="7112033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 &amp; Limitations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08E94B-4909-598C-DA86-A689C51B3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12" y="276136"/>
            <a:ext cx="1795366" cy="6668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F936CB-685C-E8B6-624B-606BC115D730}"/>
              </a:ext>
            </a:extLst>
          </p:cNvPr>
          <p:cNvSpPr/>
          <p:nvPr/>
        </p:nvSpPr>
        <p:spPr>
          <a:xfrm>
            <a:off x="3542464" y="432326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95F486-F1E9-BE6A-5BD7-EE376DE72F5B}"/>
              </a:ext>
            </a:extLst>
          </p:cNvPr>
          <p:cNvSpPr txBox="1"/>
          <p:nvPr/>
        </p:nvSpPr>
        <p:spPr>
          <a:xfrm>
            <a:off x="1104900" y="1962151"/>
            <a:ext cx="124301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Sleep Health Important?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is not determined by a single factor. It can be influenced by several interconnected lifestyle, occupational, and health-related factors.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understanding: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stress affect sleep duration?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greater physical activity relate to better sleep quality?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occupation influence sleep patterns?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groups show a higher occurrence of sleep disorders?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lifestyle factors be used to predict sleep duration? 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meaningful relationships between lifestyle factors and sleep health using data-driven analysis rather than relying only on assumptions or manual observation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F4A55A7-3D59-C616-D9BA-13970B89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B7998E-2AAE-257F-6C3F-8B3352F9F78F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B60F3-8437-D1D4-CD22-353373EF89C6}"/>
              </a:ext>
            </a:extLst>
          </p:cNvPr>
          <p:cNvSpPr txBox="1"/>
          <p:nvPr/>
        </p:nvSpPr>
        <p:spPr>
          <a:xfrm>
            <a:off x="1073565" y="2212520"/>
            <a:ext cx="119443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is an essential part of a healthy lifestyle.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sleep can affect physical and mental well-being.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lifestyle and health factors can influence sleep.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us identify relationships between these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Python-based Exploratory Data Analysis (EDA) and statistical techniques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98E60-4F1B-BB6F-A2F9-98C6C54464CC}"/>
              </a:ext>
            </a:extLst>
          </p:cNvPr>
          <p:cNvSpPr txBox="1"/>
          <p:nvPr/>
        </p:nvSpPr>
        <p:spPr>
          <a:xfrm>
            <a:off x="1073565" y="4114800"/>
            <a:ext cx="569899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Lifestyle Data to Sleep Insights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health is influenced by multiple factors such as: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→ Sleep Duration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 → Sleep Quality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→ Lifestyle &amp; Sleep Pattern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Factors → Sleep Disorders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31205D0-4771-6CB3-BB17-296A56E550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324336"/>
              </p:ext>
            </p:extLst>
          </p:nvPr>
        </p:nvGraphicFramePr>
        <p:xfrm>
          <a:off x="1266825" y="6763435"/>
          <a:ext cx="12011025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8BA79-AFCD-8317-CA0C-9FA4C3CCD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6643B1-20F7-B037-3742-1054A0BA8155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F05123-D232-6D38-90DE-C694C11881BB}"/>
              </a:ext>
            </a:extLst>
          </p:cNvPr>
          <p:cNvSpPr txBox="1"/>
          <p:nvPr/>
        </p:nvSpPr>
        <p:spPr>
          <a:xfrm>
            <a:off x="817770" y="1617747"/>
            <a:ext cx="129948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Current Approach:</a:t>
            </a:r>
            <a:endParaRPr lang="en-IN" sz="2000" u="sng" dirty="0"/>
          </a:p>
          <a:p>
            <a:r>
              <a:rPr lang="en-IN" dirty="0"/>
              <a:t>Traditionally, sleep-related information may be studied manually using: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Surveys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Health records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Spreadsheets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Basic comparisons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Manual observation</a:t>
            </a:r>
          </a:p>
          <a:p>
            <a:r>
              <a:rPr lang="en-IN" sz="2000" b="1" u="sng" dirty="0"/>
              <a:t>Problem with this approach:</a:t>
            </a:r>
            <a:endParaRPr lang="en-IN" sz="2000" u="sng" dirty="0"/>
          </a:p>
          <a:p>
            <a:r>
              <a:rPr lang="en-IN" dirty="0"/>
              <a:t>Large datasets are difficult to analyse manually, and identifying relationships between multiple health and lifestyle factors can be time-consuming.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Observation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relationship may not be obvious when looking at individual records.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with high stress may not always have short sleep, but analysing hundreds of records can reveal whether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stress is generally associated with shorter sleep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4A281-D734-D003-39C5-E7B2E1BB4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18EAC8-8C77-FAE0-8DCE-70BE3FD0A9BD}"/>
              </a:ext>
            </a:extLst>
          </p:cNvPr>
          <p:cNvSpPr txBox="1"/>
          <p:nvPr/>
        </p:nvSpPr>
        <p:spPr>
          <a:xfrm>
            <a:off x="1971248" y="2229151"/>
            <a:ext cx="9896902" cy="58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: </a:t>
            </a:r>
            <a:endParaRPr lang="en-IN" sz="2400" u="sn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B4FC8F-A902-D4B8-FD9C-F99C3C858317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Manual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2BD24-D384-0180-F335-4F6658FC5D02}"/>
              </a:ext>
            </a:extLst>
          </p:cNvPr>
          <p:cNvSpPr txBox="1"/>
          <p:nvPr/>
        </p:nvSpPr>
        <p:spPr>
          <a:xfrm>
            <a:off x="1971248" y="3149724"/>
            <a:ext cx="731520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for large datasets.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hidden patterns.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 may lead to errors.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compare multiple variables simultaneously.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visualization capabilities.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perform advanced statistical analysis manually.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4345" y="654148"/>
            <a:ext cx="10957278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endParaRPr lang="en-US" sz="3150" dirty="0">
              <a:solidFill>
                <a:srgbClr val="1B1B27"/>
              </a:solidFill>
              <a:latin typeface="Alexandria"/>
              <a:cs typeface="Alexandria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B1C515D-E08C-B48F-D9FC-A01A6DB8F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46D134-7628-5F3C-991F-DF13F4D2BD78}"/>
              </a:ext>
            </a:extLst>
          </p:cNvPr>
          <p:cNvSpPr/>
          <p:nvPr/>
        </p:nvSpPr>
        <p:spPr>
          <a:xfrm>
            <a:off x="3542464" y="445294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3E4B4-EC39-BD75-9097-745AE7EC3CDE}"/>
              </a:ext>
            </a:extLst>
          </p:cNvPr>
          <p:cNvSpPr txBox="1"/>
          <p:nvPr/>
        </p:nvSpPr>
        <p:spPr>
          <a:xfrm>
            <a:off x="1160428" y="1515266"/>
            <a:ext cx="1015365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Sleep Health Analysis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proposed a systematic analytical pipeline: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Collection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the Sleep Health and Lifestyle Dataset.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duplicates, inconsistent categories and data formats.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distributions and relationships.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Statistical Analysis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correlation, ANOVA, t-test and regression.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Visualization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important relationships using meaningful charts.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Interpretation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statistical results into understandable health and lifestyle insights.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major patterns and possible future improvements.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A66F7ED-1465-4BFC-1107-620FC3E013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226777"/>
              </p:ext>
            </p:extLst>
          </p:nvPr>
        </p:nvGraphicFramePr>
        <p:xfrm>
          <a:off x="10634509" y="2619273"/>
          <a:ext cx="6200775" cy="4255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36CE7-680E-F99C-0144-3DCF852E7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02B601-0EE1-4A90-FEB7-4C5A145DD614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39E93-6F32-B629-0A61-FD16E9729375}"/>
              </a:ext>
            </a:extLst>
          </p:cNvPr>
          <p:cNvSpPr txBox="1"/>
          <p:nvPr/>
        </p:nvSpPr>
        <p:spPr>
          <a:xfrm>
            <a:off x="1073565" y="1488371"/>
            <a:ext cx="573681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/>
              <a:t>Dataset: Sleep Health and Lifestyle Dataset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 dirty="0"/>
              <a:t>Source:</a:t>
            </a:r>
            <a:r>
              <a:rPr lang="en-IN" sz="2000" dirty="0"/>
              <a:t> </a:t>
            </a:r>
            <a:r>
              <a:rPr lang="en-IN" dirty="0"/>
              <a:t>Kaggle</a:t>
            </a:r>
            <a:br>
              <a:rPr lang="en-IN" dirty="0"/>
            </a:br>
            <a:r>
              <a:rPr lang="en-IN" sz="2000" b="1" dirty="0"/>
              <a:t>Records:</a:t>
            </a:r>
            <a:r>
              <a:rPr lang="en-IN" sz="2000" dirty="0"/>
              <a:t> </a:t>
            </a:r>
            <a:r>
              <a:rPr lang="en-IN" dirty="0"/>
              <a:t>374</a:t>
            </a:r>
            <a:br>
              <a:rPr lang="en-IN" dirty="0"/>
            </a:br>
            <a:r>
              <a:rPr lang="en-IN" sz="2000" b="1" dirty="0"/>
              <a:t>Columns:</a:t>
            </a:r>
            <a:r>
              <a:rPr lang="en-IN" sz="2000" dirty="0"/>
              <a:t> </a:t>
            </a:r>
            <a:r>
              <a:rPr lang="en-IN" dirty="0"/>
              <a:t>13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000" b="1" u="sng" dirty="0"/>
              <a:t>Target Variables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Sleep Duration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Quality of Sleep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Sleep Disorder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u="sng" dirty="0"/>
              <a:t>Important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Occupation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Stress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Physical Activity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Heart 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BMI 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Blood Pressure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Daily Steps 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51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A0A6-F385-DE32-AD71-3A665B5E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1068F8-9284-E900-4E5C-C7D3C91C2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9AC4B2-4DF5-8479-1CFB-BC469C550834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15DD9-DFBC-F944-E6E2-A712FAEC1D0F}"/>
              </a:ext>
            </a:extLst>
          </p:cNvPr>
          <p:cNvSpPr txBox="1"/>
          <p:nvPr/>
        </p:nvSpPr>
        <p:spPr>
          <a:xfrm>
            <a:off x="1073565" y="1581984"/>
            <a:ext cx="731520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64F40D-570A-EA73-0359-F1734CE8C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23445"/>
              </p:ext>
            </p:extLst>
          </p:nvPr>
        </p:nvGraphicFramePr>
        <p:xfrm>
          <a:off x="6864765" y="2661212"/>
          <a:ext cx="5279610" cy="380626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66961">
                  <a:extLst>
                    <a:ext uri="{9D8B030D-6E8A-4147-A177-3AD203B41FA5}">
                      <a16:colId xmlns:a16="http://schemas.microsoft.com/office/drawing/2014/main" val="837271171"/>
                    </a:ext>
                  </a:extLst>
                </a:gridCol>
                <a:gridCol w="3812649">
                  <a:extLst>
                    <a:ext uri="{9D8B030D-6E8A-4147-A177-3AD203B41FA5}">
                      <a16:colId xmlns:a16="http://schemas.microsoft.com/office/drawing/2014/main" val="1225143368"/>
                    </a:ext>
                  </a:extLst>
                </a:gridCol>
              </a:tblGrid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Tool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Purpose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545355"/>
                  </a:ext>
                </a:extLst>
              </a:tr>
              <a:tr h="5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Pandas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loading, cleaning &amp; manipulation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772655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NumPy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Numerical operations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587488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Matplotlib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Basic visualizations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449107"/>
                  </a:ext>
                </a:extLst>
              </a:tr>
              <a:tr h="5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Seaborn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Statistical charts &amp; heatmaps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156725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Plotly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Interactive visualizations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57029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SciPy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Statistical tests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946756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Statsmodels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Regression analysis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842976"/>
                  </a:ext>
                </a:extLst>
              </a:tr>
              <a:tr h="5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Google Colab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Running and managing Python analysis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3704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BA0E3C-6713-4440-F4B0-F01C47B05484}"/>
              </a:ext>
            </a:extLst>
          </p:cNvPr>
          <p:cNvSpPr txBox="1"/>
          <p:nvPr/>
        </p:nvSpPr>
        <p:spPr>
          <a:xfrm>
            <a:off x="6766056" y="2044520"/>
            <a:ext cx="4969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What Each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IN" sz="2000" b="1" dirty="0"/>
              <a:t> Did : </a:t>
            </a:r>
          </a:p>
        </p:txBody>
      </p:sp>
    </p:spTree>
    <p:extLst>
      <p:ext uri="{BB962C8B-B14F-4D97-AF65-F5344CB8AC3E}">
        <p14:creationId xmlns:p14="http://schemas.microsoft.com/office/powerpoint/2010/main" val="179798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4CD4-890F-4B6E-ACAF-3A0DE585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E98131-4FDD-4DB3-6F71-8E5758B81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265038-B97E-54A2-672F-A35A804AA7E0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483D2-FF18-0D99-71B8-4F3C1710C299}"/>
              </a:ext>
            </a:extLst>
          </p:cNvPr>
          <p:cNvSpPr txBox="1"/>
          <p:nvPr/>
        </p:nvSpPr>
        <p:spPr>
          <a:xfrm>
            <a:off x="9519470" y="2297087"/>
            <a:ext cx="237418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6B9BB-DCA4-95EF-29F5-4427084C27B4}"/>
              </a:ext>
            </a:extLst>
          </p:cNvPr>
          <p:cNvSpPr txBox="1"/>
          <p:nvPr/>
        </p:nvSpPr>
        <p:spPr>
          <a:xfrm>
            <a:off x="9519470" y="1679351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Analytical Pipeline: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9E7B2-217C-93FE-66A5-B12B01228D83}"/>
              </a:ext>
            </a:extLst>
          </p:cNvPr>
          <p:cNvSpPr txBox="1"/>
          <p:nvPr/>
        </p:nvSpPr>
        <p:spPr>
          <a:xfrm>
            <a:off x="969400" y="2141016"/>
            <a:ext cx="7075231" cy="470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Levels of Analysis</a:t>
            </a:r>
          </a:p>
          <a:p>
            <a:pPr>
              <a:lnSpc>
                <a:spcPct val="150000"/>
              </a:lnSpc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– Descriptive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distributions and basic patterns.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– Relationship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relationships between variables using correlation and visualizations.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 – Statistical Modelling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hypothesis testing and Linear Regression to investigate relationships quantitatively.</a:t>
            </a:r>
          </a:p>
        </p:txBody>
      </p:sp>
    </p:spTree>
    <p:extLst>
      <p:ext uri="{BB962C8B-B14F-4D97-AF65-F5344CB8AC3E}">
        <p14:creationId xmlns:p14="http://schemas.microsoft.com/office/powerpoint/2010/main" val="10046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7AAE-DAE5-C482-620E-F92C76EC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FA7138-39EE-00B2-465C-CF74FD051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A17382-A241-9ED8-6B73-38A517DDE874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2EBC1-086A-6CF4-D283-C19670930E77}"/>
              </a:ext>
            </a:extLst>
          </p:cNvPr>
          <p:cNvSpPr txBox="1"/>
          <p:nvPr/>
        </p:nvSpPr>
        <p:spPr>
          <a:xfrm>
            <a:off x="1073565" y="1988314"/>
            <a:ext cx="1251861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different visualizations to understand the dataset: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Plots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visualizations help us understand relationships between sleep, stress, physical activity, occupation, and sleep disorders.</a:t>
            </a:r>
          </a:p>
        </p:txBody>
      </p:sp>
    </p:spTree>
    <p:extLst>
      <p:ext uri="{BB962C8B-B14F-4D97-AF65-F5344CB8AC3E}">
        <p14:creationId xmlns:p14="http://schemas.microsoft.com/office/powerpoint/2010/main" val="389670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C2D1-F06A-AB5E-60AD-9EC6ABFA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99BB3-0C68-A0FC-9845-7585843AA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AECC64-6EF1-D39A-3A51-C988AFE276FD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FF41B-167B-1C16-C7A2-68BC9EB06178}"/>
              </a:ext>
            </a:extLst>
          </p:cNvPr>
          <p:cNvSpPr txBox="1"/>
          <p:nvPr/>
        </p:nvSpPr>
        <p:spPr>
          <a:xfrm>
            <a:off x="1073565" y="1621215"/>
            <a:ext cx="7315200" cy="5761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stress is associated with shorter sleep duration.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physical activity generally improves sleep quality.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 varies across different occupations.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disorders are more common among high-stress groups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 used: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Spearman Correlation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t-Test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</a:p>
        </p:txBody>
      </p:sp>
    </p:spTree>
    <p:extLst>
      <p:ext uri="{BB962C8B-B14F-4D97-AF65-F5344CB8AC3E}">
        <p14:creationId xmlns:p14="http://schemas.microsoft.com/office/powerpoint/2010/main" val="374409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D9A25-ACC4-7E64-D050-E42AF371B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7A5F8E-364C-0A06-B2F8-9C9F54C8DEA9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139EE-7762-F317-9F57-9AEA136E8E57}"/>
              </a:ext>
            </a:extLst>
          </p:cNvPr>
          <p:cNvSpPr txBox="1"/>
          <p:nvPr/>
        </p:nvSpPr>
        <p:spPr>
          <a:xfrm>
            <a:off x="7315200" y="1788704"/>
            <a:ext cx="5093417" cy="345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Progress: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&amp; PPT preparation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1577DB3-EB8B-E73A-00AB-210DE79572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1887923"/>
              </p:ext>
            </p:extLst>
          </p:nvPr>
        </p:nvGraphicFramePr>
        <p:xfrm>
          <a:off x="1073565" y="2704743"/>
          <a:ext cx="4054890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571798F-FE49-A4CF-F881-047EF461CFBF}"/>
              </a:ext>
            </a:extLst>
          </p:cNvPr>
          <p:cNvSpPr txBox="1"/>
          <p:nvPr/>
        </p:nvSpPr>
        <p:spPr>
          <a:xfrm>
            <a:off x="1470855" y="18859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Workflow: </a:t>
            </a:r>
          </a:p>
        </p:txBody>
      </p:sp>
    </p:spTree>
    <p:extLst>
      <p:ext uri="{BB962C8B-B14F-4D97-AF65-F5344CB8AC3E}">
        <p14:creationId xmlns:p14="http://schemas.microsoft.com/office/powerpoint/2010/main" val="93652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7C89-DA79-4CE9-7B96-D9EA1AFA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F43B2-1F69-3C63-330C-055E454BE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FCC493-94EE-E264-2B0B-E0D498ABB2AC}"/>
              </a:ext>
            </a:extLst>
          </p:cNvPr>
          <p:cNvSpPr/>
          <p:nvPr/>
        </p:nvSpPr>
        <p:spPr>
          <a:xfrm>
            <a:off x="3542464" y="444586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78EBC-A915-965D-E517-75F297FA0FB6}"/>
              </a:ext>
            </a:extLst>
          </p:cNvPr>
          <p:cNvSpPr txBox="1"/>
          <p:nvPr/>
        </p:nvSpPr>
        <p:spPr>
          <a:xfrm>
            <a:off x="1073565" y="1528793"/>
            <a:ext cx="11449050" cy="5951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We Learn?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analysis indicates that: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strong negative association with sleep duration and sleep quality.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generally positive relationship with sleep quality.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patterns vary across occupational groups.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Disorders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different occurrence patterns across groups, including higher occurrence among high-stress groups in this dataset.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health is influenced by a combination of lifestyle, occupational and health-related factors.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Python, EDA, statistical analysis and visualization, we transformed raw records into meaningful insights.</a:t>
            </a:r>
          </a:p>
        </p:txBody>
      </p:sp>
    </p:spTree>
    <p:extLst>
      <p:ext uri="{BB962C8B-B14F-4D97-AF65-F5344CB8AC3E}">
        <p14:creationId xmlns:p14="http://schemas.microsoft.com/office/powerpoint/2010/main" val="396660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82D6-608B-2AA1-7E46-4FE3243D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C1077E-31E5-6CAA-77E4-96E02FB17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495464-E26A-24E4-C81C-B8657E284E09}"/>
              </a:ext>
            </a:extLst>
          </p:cNvPr>
          <p:cNvSpPr txBox="1"/>
          <p:nvPr/>
        </p:nvSpPr>
        <p:spPr>
          <a:xfrm>
            <a:off x="3466646" y="3329970"/>
            <a:ext cx="76971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F28FD8-68D3-CD47-D8F4-EAD65096C832}"/>
              </a:ext>
            </a:extLst>
          </p:cNvPr>
          <p:cNvCxnSpPr>
            <a:cxnSpLocks/>
          </p:cNvCxnSpPr>
          <p:nvPr/>
        </p:nvCxnSpPr>
        <p:spPr>
          <a:xfrm>
            <a:off x="4129086" y="5314950"/>
            <a:ext cx="637222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157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</TotalTime>
  <Words>1015</Words>
  <Application>Microsoft Office PowerPoint</Application>
  <PresentationFormat>Custom</PresentationFormat>
  <Paragraphs>249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Alexandria</vt:lpstr>
      <vt:lpstr>Times New Roman</vt:lpstr>
      <vt:lpstr>Wingdings</vt:lpstr>
      <vt:lpstr>Office Theme</vt:lpstr>
      <vt:lpstr>Data Analysis Essentials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 Siva Ramakrishna</dc:creator>
  <cp:lastModifiedBy>Bhavitha S</cp:lastModifiedBy>
  <cp:revision>546</cp:revision>
  <dcterms:created xsi:type="dcterms:W3CDTF">2025-06-30T14:22:30Z</dcterms:created>
  <dcterms:modified xsi:type="dcterms:W3CDTF">2026-09-27T05:48:52Z</dcterms:modified>
</cp:coreProperties>
</file>